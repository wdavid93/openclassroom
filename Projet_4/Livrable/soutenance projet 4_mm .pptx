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4.xml.rels" ContentType="application/vnd.openxmlformats-package.relationships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31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39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43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44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45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46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47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48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41.xml.rels" ContentType="application/vnd.openxmlformats-package.relationships+xml"/>
  <Override PartName="/ppt/_rels/presentation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19.xml.rels" ContentType="application/vnd.openxmlformats-package.relationships+xml"/>
  <Override PartName="/ppt/slides/_rels/slide20.xml.rels" ContentType="application/vnd.openxmlformats-package.relationships+xml"/>
  <Override PartName="/ppt/slides/_rels/slide21.xml.rels" ContentType="application/vnd.openxmlformats-package.relationships+xml"/>
  <Override PartName="/ppt/slides/slide21.xml" ContentType="application/vnd.openxmlformats-officedocument.presentationml.slide+xml"/>
  <Override PartName="/ppt/media/image1.png" ContentType="image/png"/>
  <Override PartName="/ppt/media/image2.png" ContentType="image/png"/>
  <Override PartName="/ppt/media/image3.jpeg" ContentType="image/jpeg"/>
  <Override PartName="/ppt/media/image11.png" ContentType="image/png"/>
  <Override PartName="/ppt/media/image6.png" ContentType="image/png"/>
  <Override PartName="/ppt/media/image31.png" ContentType="image/png"/>
  <Override PartName="/ppt/media/image4.png" ContentType="image/png"/>
  <Override PartName="/ppt/media/image5.png" ContentType="image/png"/>
  <Override PartName="/ppt/media/image10.png" ContentType="image/png"/>
  <Override PartName="/ppt/media/image32.png" ContentType="image/png"/>
  <Override PartName="/ppt/media/image7.png" ContentType="image/png"/>
  <Override PartName="/ppt/media/image12.png" ContentType="image/png"/>
  <Override PartName="/ppt/media/image8.png" ContentType="image/png"/>
  <Override PartName="/ppt/media/image13.png" ContentType="image/png"/>
  <Override PartName="/ppt/media/image9.png" ContentType="image/png"/>
  <Override PartName="/ppt/media/image14.png" ContentType="image/png"/>
  <Override PartName="/ppt/media/image15.png" ContentType="image/png"/>
  <Override PartName="/ppt/media/image16.png" ContentType="image/png"/>
  <Override PartName="/ppt/media/image17.png" ContentType="image/png"/>
  <Override PartName="/ppt/media/image18.png" ContentType="image/png"/>
  <Override PartName="/ppt/media/image19.png" ContentType="image/png"/>
  <Override PartName="/ppt/media/image20.png" ContentType="image/png"/>
  <Override PartName="/ppt/media/image21.png" ContentType="image/png"/>
  <Override PartName="/ppt/media/image22.png" ContentType="image/png"/>
  <Override PartName="/ppt/media/image23.png" ContentType="image/png"/>
  <Override PartName="/ppt/media/image24.png" ContentType="image/png"/>
  <Override PartName="/ppt/media/image25.png" ContentType="image/png"/>
  <Override PartName="/ppt/media/image26.png" ContentType="image/png"/>
  <Override PartName="/ppt/media/image27.png" ContentType="image/png"/>
  <Override PartName="/ppt/media/image28.png" ContentType="image/png"/>
  <Override PartName="/ppt/media/image29.png" ContentType="image/png"/>
  <Override PartName="/ppt/media/image30.png" ContentType="image/png"/>
  <Override PartName="/_rels/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87" r:id="rId5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</p:sldIdLst>
  <p:sldSz cx="9144000" cy="5715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71E89EF-69F2-4A07-81E5-D4AFAF065AA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457200" y="227880"/>
            <a:ext cx="8229240" cy="954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subTitle"/>
          </p:nvPr>
        </p:nvSpPr>
        <p:spPr>
          <a:xfrm>
            <a:off x="457200" y="1337040"/>
            <a:ext cx="8229240" cy="3314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BB32127-ADF4-464D-8C16-D6F350F98E5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457200" y="227880"/>
            <a:ext cx="8229240" cy="954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/>
          </p:nvPr>
        </p:nvSpPr>
        <p:spPr>
          <a:xfrm>
            <a:off x="457200" y="1337040"/>
            <a:ext cx="8229240" cy="3314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0C2A8FE-6640-42AC-AE6E-F8A2FDDC4C9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27880"/>
            <a:ext cx="8229240" cy="954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/>
          </p:nvPr>
        </p:nvSpPr>
        <p:spPr>
          <a:xfrm>
            <a:off x="457200" y="1337040"/>
            <a:ext cx="4015800" cy="3314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/>
          </p:nvPr>
        </p:nvSpPr>
        <p:spPr>
          <a:xfrm>
            <a:off x="4674240" y="1337040"/>
            <a:ext cx="4015800" cy="3314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5859E8B-D2DB-4670-B47A-9F5A6AC6FF4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57200" y="227880"/>
            <a:ext cx="8229240" cy="954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60A42B5-2881-4954-A7A4-EE0A82239C2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subTitle"/>
          </p:nvPr>
        </p:nvSpPr>
        <p:spPr>
          <a:xfrm>
            <a:off x="457200" y="227880"/>
            <a:ext cx="8229240" cy="4423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9F893FB-D232-4E9D-9897-761C7AC4D02D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457200" y="227880"/>
            <a:ext cx="8229240" cy="954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/>
          </p:nvPr>
        </p:nvSpPr>
        <p:spPr>
          <a:xfrm>
            <a:off x="457200" y="1337040"/>
            <a:ext cx="401580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/>
          </p:nvPr>
        </p:nvSpPr>
        <p:spPr>
          <a:xfrm>
            <a:off x="4674240" y="1337040"/>
            <a:ext cx="4015800" cy="3314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/>
          </p:nvPr>
        </p:nvSpPr>
        <p:spPr>
          <a:xfrm>
            <a:off x="457200" y="3068280"/>
            <a:ext cx="401580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D5C4AB0-91C6-412F-815D-F5C1D3D4E44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457200" y="227880"/>
            <a:ext cx="8229240" cy="954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/>
          </p:nvPr>
        </p:nvSpPr>
        <p:spPr>
          <a:xfrm>
            <a:off x="457200" y="1337040"/>
            <a:ext cx="4015800" cy="3314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/>
          </p:nvPr>
        </p:nvSpPr>
        <p:spPr>
          <a:xfrm>
            <a:off x="4674240" y="1337040"/>
            <a:ext cx="401580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/>
          </p:nvPr>
        </p:nvSpPr>
        <p:spPr>
          <a:xfrm>
            <a:off x="4674240" y="3068280"/>
            <a:ext cx="401580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20E9C57-0E67-49E9-9FA4-68E0F4EB0EA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457200" y="227880"/>
            <a:ext cx="8229240" cy="954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/>
          </p:nvPr>
        </p:nvSpPr>
        <p:spPr>
          <a:xfrm>
            <a:off x="457200" y="1337040"/>
            <a:ext cx="401580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/>
          </p:nvPr>
        </p:nvSpPr>
        <p:spPr>
          <a:xfrm>
            <a:off x="4674240" y="1337040"/>
            <a:ext cx="401580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4"/>
          <p:cNvSpPr>
            <a:spLocks noGrp="1"/>
          </p:cNvSpPr>
          <p:nvPr>
            <p:ph/>
          </p:nvPr>
        </p:nvSpPr>
        <p:spPr>
          <a:xfrm>
            <a:off x="457200" y="3068280"/>
            <a:ext cx="822924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5E7253C-967F-4C4F-B3CA-E9694EBE672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27880"/>
            <a:ext cx="8229240" cy="954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337040"/>
            <a:ext cx="822924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57200" y="3068280"/>
            <a:ext cx="822924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229A0F1-553D-4F68-B2CF-69DA910D7C8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27880"/>
            <a:ext cx="8229240" cy="954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/>
          </p:nvPr>
        </p:nvSpPr>
        <p:spPr>
          <a:xfrm>
            <a:off x="457200" y="1337040"/>
            <a:ext cx="401580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/>
          </p:nvPr>
        </p:nvSpPr>
        <p:spPr>
          <a:xfrm>
            <a:off x="4674240" y="1337040"/>
            <a:ext cx="401580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/>
          </p:nvPr>
        </p:nvSpPr>
        <p:spPr>
          <a:xfrm>
            <a:off x="457200" y="3068280"/>
            <a:ext cx="401580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/>
          </p:nvPr>
        </p:nvSpPr>
        <p:spPr>
          <a:xfrm>
            <a:off x="4674240" y="3068280"/>
            <a:ext cx="401580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300D345-3F2D-4572-954C-468684652656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457200" y="227880"/>
            <a:ext cx="8229240" cy="954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/>
          </p:nvPr>
        </p:nvSpPr>
        <p:spPr>
          <a:xfrm>
            <a:off x="457200" y="1337040"/>
            <a:ext cx="264960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/>
          </p:nvPr>
        </p:nvSpPr>
        <p:spPr>
          <a:xfrm>
            <a:off x="3239640" y="1337040"/>
            <a:ext cx="264960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/>
          </p:nvPr>
        </p:nvSpPr>
        <p:spPr>
          <a:xfrm>
            <a:off x="6022080" y="1337040"/>
            <a:ext cx="264960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" name="PlaceHolder 5"/>
          <p:cNvSpPr>
            <a:spLocks noGrp="1"/>
          </p:cNvSpPr>
          <p:nvPr>
            <p:ph/>
          </p:nvPr>
        </p:nvSpPr>
        <p:spPr>
          <a:xfrm>
            <a:off x="457200" y="3068280"/>
            <a:ext cx="264960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PlaceHolder 6"/>
          <p:cNvSpPr>
            <a:spLocks noGrp="1"/>
          </p:cNvSpPr>
          <p:nvPr>
            <p:ph/>
          </p:nvPr>
        </p:nvSpPr>
        <p:spPr>
          <a:xfrm>
            <a:off x="3239640" y="3068280"/>
            <a:ext cx="264960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PlaceHolder 7"/>
          <p:cNvSpPr>
            <a:spLocks noGrp="1"/>
          </p:cNvSpPr>
          <p:nvPr>
            <p:ph/>
          </p:nvPr>
        </p:nvSpPr>
        <p:spPr>
          <a:xfrm>
            <a:off x="6022080" y="3068280"/>
            <a:ext cx="264960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FFDCEFF-D651-4C86-BA8E-258CA072A755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03385868-D9AA-41AE-9529-65BB136F4C5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27880"/>
            <a:ext cx="8229240" cy="954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subTitle"/>
          </p:nvPr>
        </p:nvSpPr>
        <p:spPr>
          <a:xfrm>
            <a:off x="457200" y="1337040"/>
            <a:ext cx="8229240" cy="3314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C933F3E4-9D05-475E-A99F-8FABF0193B1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457200" y="227880"/>
            <a:ext cx="8229240" cy="954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/>
          </p:nvPr>
        </p:nvSpPr>
        <p:spPr>
          <a:xfrm>
            <a:off x="457200" y="1337040"/>
            <a:ext cx="8229240" cy="3314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33C7D38-537C-4B87-AD56-1D93DA32071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457200" y="227880"/>
            <a:ext cx="8229240" cy="954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/>
          </p:nvPr>
        </p:nvSpPr>
        <p:spPr>
          <a:xfrm>
            <a:off x="457200" y="1337040"/>
            <a:ext cx="4015800" cy="3314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/>
          </p:nvPr>
        </p:nvSpPr>
        <p:spPr>
          <a:xfrm>
            <a:off x="4674240" y="1337040"/>
            <a:ext cx="4015800" cy="3314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0129B88E-2860-4546-813A-251EC773AEA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457200" y="227880"/>
            <a:ext cx="8229240" cy="954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8EEC509-B937-4552-815C-DCE67B07085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subTitle"/>
          </p:nvPr>
        </p:nvSpPr>
        <p:spPr>
          <a:xfrm>
            <a:off x="457200" y="227880"/>
            <a:ext cx="8229240" cy="4423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74897C54-75BF-456B-964A-429B40E80F1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227880"/>
            <a:ext cx="8229240" cy="954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457200" y="1337040"/>
            <a:ext cx="401580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4674240" y="1337040"/>
            <a:ext cx="4015800" cy="3314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457200" y="3068280"/>
            <a:ext cx="401580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21AF6566-F1E2-41A1-B9AB-4A47AA6E070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27880"/>
            <a:ext cx="8229240" cy="954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457200" y="1337040"/>
            <a:ext cx="4015800" cy="3314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4674240" y="1337040"/>
            <a:ext cx="401580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4674240" y="3068280"/>
            <a:ext cx="401580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A3C853B0-B4E5-447D-861E-C7AB7FEBF02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227880"/>
            <a:ext cx="8229240" cy="954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457200" y="1337040"/>
            <a:ext cx="401580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4674240" y="1337040"/>
            <a:ext cx="401580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PlaceHolder 4"/>
          <p:cNvSpPr>
            <a:spLocks noGrp="1"/>
          </p:cNvSpPr>
          <p:nvPr>
            <p:ph/>
          </p:nvPr>
        </p:nvSpPr>
        <p:spPr>
          <a:xfrm>
            <a:off x="457200" y="3068280"/>
            <a:ext cx="822924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4CE5456D-66D6-4617-82F1-6BFA7D78287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title"/>
          </p:nvPr>
        </p:nvSpPr>
        <p:spPr>
          <a:xfrm>
            <a:off x="457200" y="227880"/>
            <a:ext cx="8229240" cy="954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2"/>
          <p:cNvSpPr>
            <a:spLocks noGrp="1"/>
          </p:cNvSpPr>
          <p:nvPr>
            <p:ph/>
          </p:nvPr>
        </p:nvSpPr>
        <p:spPr>
          <a:xfrm>
            <a:off x="457200" y="1337040"/>
            <a:ext cx="822924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3"/>
          <p:cNvSpPr>
            <a:spLocks noGrp="1"/>
          </p:cNvSpPr>
          <p:nvPr>
            <p:ph/>
          </p:nvPr>
        </p:nvSpPr>
        <p:spPr>
          <a:xfrm>
            <a:off x="457200" y="3068280"/>
            <a:ext cx="822924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FA426EBD-4208-4FCC-8720-D89E74680C2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laceHolder 1"/>
          <p:cNvSpPr>
            <a:spLocks noGrp="1"/>
          </p:cNvSpPr>
          <p:nvPr>
            <p:ph type="title"/>
          </p:nvPr>
        </p:nvSpPr>
        <p:spPr>
          <a:xfrm>
            <a:off x="457200" y="227880"/>
            <a:ext cx="8229240" cy="954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PlaceHolder 2"/>
          <p:cNvSpPr>
            <a:spLocks noGrp="1"/>
          </p:cNvSpPr>
          <p:nvPr>
            <p:ph/>
          </p:nvPr>
        </p:nvSpPr>
        <p:spPr>
          <a:xfrm>
            <a:off x="457200" y="1337040"/>
            <a:ext cx="401580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3"/>
          <p:cNvSpPr>
            <a:spLocks noGrp="1"/>
          </p:cNvSpPr>
          <p:nvPr>
            <p:ph/>
          </p:nvPr>
        </p:nvSpPr>
        <p:spPr>
          <a:xfrm>
            <a:off x="4674240" y="1337040"/>
            <a:ext cx="401580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4"/>
          <p:cNvSpPr>
            <a:spLocks noGrp="1"/>
          </p:cNvSpPr>
          <p:nvPr>
            <p:ph/>
          </p:nvPr>
        </p:nvSpPr>
        <p:spPr>
          <a:xfrm>
            <a:off x="457200" y="3068280"/>
            <a:ext cx="401580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5"/>
          <p:cNvSpPr>
            <a:spLocks noGrp="1"/>
          </p:cNvSpPr>
          <p:nvPr>
            <p:ph/>
          </p:nvPr>
        </p:nvSpPr>
        <p:spPr>
          <a:xfrm>
            <a:off x="4674240" y="3068280"/>
            <a:ext cx="401580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7F7CD061-5311-4B88-BDFA-741504FB0882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laceHolder 1"/>
          <p:cNvSpPr>
            <a:spLocks noGrp="1"/>
          </p:cNvSpPr>
          <p:nvPr>
            <p:ph type="title"/>
          </p:nvPr>
        </p:nvSpPr>
        <p:spPr>
          <a:xfrm>
            <a:off x="457200" y="227880"/>
            <a:ext cx="8229240" cy="954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2"/>
          <p:cNvSpPr>
            <a:spLocks noGrp="1"/>
          </p:cNvSpPr>
          <p:nvPr>
            <p:ph/>
          </p:nvPr>
        </p:nvSpPr>
        <p:spPr>
          <a:xfrm>
            <a:off x="457200" y="1337040"/>
            <a:ext cx="264960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3"/>
          <p:cNvSpPr>
            <a:spLocks noGrp="1"/>
          </p:cNvSpPr>
          <p:nvPr>
            <p:ph/>
          </p:nvPr>
        </p:nvSpPr>
        <p:spPr>
          <a:xfrm>
            <a:off x="3239640" y="1337040"/>
            <a:ext cx="264960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PlaceHolder 4"/>
          <p:cNvSpPr>
            <a:spLocks noGrp="1"/>
          </p:cNvSpPr>
          <p:nvPr>
            <p:ph/>
          </p:nvPr>
        </p:nvSpPr>
        <p:spPr>
          <a:xfrm>
            <a:off x="6022080" y="1337040"/>
            <a:ext cx="264960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PlaceHolder 5"/>
          <p:cNvSpPr>
            <a:spLocks noGrp="1"/>
          </p:cNvSpPr>
          <p:nvPr>
            <p:ph/>
          </p:nvPr>
        </p:nvSpPr>
        <p:spPr>
          <a:xfrm>
            <a:off x="457200" y="3068280"/>
            <a:ext cx="264960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PlaceHolder 6"/>
          <p:cNvSpPr>
            <a:spLocks noGrp="1"/>
          </p:cNvSpPr>
          <p:nvPr>
            <p:ph/>
          </p:nvPr>
        </p:nvSpPr>
        <p:spPr>
          <a:xfrm>
            <a:off x="3239640" y="3068280"/>
            <a:ext cx="264960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PlaceHolder 7"/>
          <p:cNvSpPr>
            <a:spLocks noGrp="1"/>
          </p:cNvSpPr>
          <p:nvPr>
            <p:ph/>
          </p:nvPr>
        </p:nvSpPr>
        <p:spPr>
          <a:xfrm>
            <a:off x="6022080" y="3068280"/>
            <a:ext cx="264960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A058FD0A-65AE-43A6-B872-02906B722FF4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2312ED8E-50F9-4C68-AA7A-1C2EAC2B626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457200" y="227880"/>
            <a:ext cx="8229240" cy="954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 type="subTitle"/>
          </p:nvPr>
        </p:nvSpPr>
        <p:spPr>
          <a:xfrm>
            <a:off x="457200" y="1337040"/>
            <a:ext cx="8229240" cy="3314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25455CFF-C02A-46E0-9311-330DE239482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PlaceHolder 1"/>
          <p:cNvSpPr>
            <a:spLocks noGrp="1"/>
          </p:cNvSpPr>
          <p:nvPr>
            <p:ph type="title"/>
          </p:nvPr>
        </p:nvSpPr>
        <p:spPr>
          <a:xfrm>
            <a:off x="457200" y="227880"/>
            <a:ext cx="8229240" cy="954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PlaceHolder 2"/>
          <p:cNvSpPr>
            <a:spLocks noGrp="1"/>
          </p:cNvSpPr>
          <p:nvPr>
            <p:ph/>
          </p:nvPr>
        </p:nvSpPr>
        <p:spPr>
          <a:xfrm>
            <a:off x="457200" y="1337040"/>
            <a:ext cx="8229240" cy="3314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D9FB84D8-635C-433D-A8AC-4ED34A38032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457200" y="227880"/>
            <a:ext cx="8229240" cy="954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/>
          </p:nvPr>
        </p:nvSpPr>
        <p:spPr>
          <a:xfrm>
            <a:off x="457200" y="1337040"/>
            <a:ext cx="4015800" cy="3314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PlaceHolder 3"/>
          <p:cNvSpPr>
            <a:spLocks noGrp="1"/>
          </p:cNvSpPr>
          <p:nvPr>
            <p:ph/>
          </p:nvPr>
        </p:nvSpPr>
        <p:spPr>
          <a:xfrm>
            <a:off x="4674240" y="1337040"/>
            <a:ext cx="4015800" cy="3314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FCFCBE6F-C2D1-47EC-95DD-F7FBBF8F783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PlaceHolder 1"/>
          <p:cNvSpPr>
            <a:spLocks noGrp="1"/>
          </p:cNvSpPr>
          <p:nvPr>
            <p:ph type="title"/>
          </p:nvPr>
        </p:nvSpPr>
        <p:spPr>
          <a:xfrm>
            <a:off x="457200" y="227880"/>
            <a:ext cx="8229240" cy="954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0A6E58DB-79BE-4495-87F3-18379CAD55F1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subTitle"/>
          </p:nvPr>
        </p:nvSpPr>
        <p:spPr>
          <a:xfrm>
            <a:off x="457200" y="227880"/>
            <a:ext cx="8229240" cy="4423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F8D213B1-62D1-425B-BFFB-06A37E919A7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PlaceHolder 1"/>
          <p:cNvSpPr>
            <a:spLocks noGrp="1"/>
          </p:cNvSpPr>
          <p:nvPr>
            <p:ph type="title"/>
          </p:nvPr>
        </p:nvSpPr>
        <p:spPr>
          <a:xfrm>
            <a:off x="457200" y="227880"/>
            <a:ext cx="8229240" cy="954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PlaceHolder 2"/>
          <p:cNvSpPr>
            <a:spLocks noGrp="1"/>
          </p:cNvSpPr>
          <p:nvPr>
            <p:ph/>
          </p:nvPr>
        </p:nvSpPr>
        <p:spPr>
          <a:xfrm>
            <a:off x="457200" y="1337040"/>
            <a:ext cx="401580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PlaceHolder 3"/>
          <p:cNvSpPr>
            <a:spLocks noGrp="1"/>
          </p:cNvSpPr>
          <p:nvPr>
            <p:ph/>
          </p:nvPr>
        </p:nvSpPr>
        <p:spPr>
          <a:xfrm>
            <a:off x="4674240" y="1337040"/>
            <a:ext cx="4015800" cy="3314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PlaceHolder 4"/>
          <p:cNvSpPr>
            <a:spLocks noGrp="1"/>
          </p:cNvSpPr>
          <p:nvPr>
            <p:ph/>
          </p:nvPr>
        </p:nvSpPr>
        <p:spPr>
          <a:xfrm>
            <a:off x="457200" y="3068280"/>
            <a:ext cx="401580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DE3AA011-9997-462D-8C96-50AAFCDE9D4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PlaceHolder 1"/>
          <p:cNvSpPr>
            <a:spLocks noGrp="1"/>
          </p:cNvSpPr>
          <p:nvPr>
            <p:ph type="title"/>
          </p:nvPr>
        </p:nvSpPr>
        <p:spPr>
          <a:xfrm>
            <a:off x="457200" y="227880"/>
            <a:ext cx="8229240" cy="954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PlaceHolder 2"/>
          <p:cNvSpPr>
            <a:spLocks noGrp="1"/>
          </p:cNvSpPr>
          <p:nvPr>
            <p:ph/>
          </p:nvPr>
        </p:nvSpPr>
        <p:spPr>
          <a:xfrm>
            <a:off x="457200" y="1337040"/>
            <a:ext cx="4015800" cy="3314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PlaceHolder 3"/>
          <p:cNvSpPr>
            <a:spLocks noGrp="1"/>
          </p:cNvSpPr>
          <p:nvPr>
            <p:ph/>
          </p:nvPr>
        </p:nvSpPr>
        <p:spPr>
          <a:xfrm>
            <a:off x="4674240" y="1337040"/>
            <a:ext cx="401580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PlaceHolder 4"/>
          <p:cNvSpPr>
            <a:spLocks noGrp="1"/>
          </p:cNvSpPr>
          <p:nvPr>
            <p:ph/>
          </p:nvPr>
        </p:nvSpPr>
        <p:spPr>
          <a:xfrm>
            <a:off x="4674240" y="3068280"/>
            <a:ext cx="401580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EA028379-F949-48D0-ABA4-39840375A25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PlaceHolder 1"/>
          <p:cNvSpPr>
            <a:spLocks noGrp="1"/>
          </p:cNvSpPr>
          <p:nvPr>
            <p:ph type="title"/>
          </p:nvPr>
        </p:nvSpPr>
        <p:spPr>
          <a:xfrm>
            <a:off x="457200" y="227880"/>
            <a:ext cx="8229240" cy="954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PlaceHolder 2"/>
          <p:cNvSpPr>
            <a:spLocks noGrp="1"/>
          </p:cNvSpPr>
          <p:nvPr>
            <p:ph/>
          </p:nvPr>
        </p:nvSpPr>
        <p:spPr>
          <a:xfrm>
            <a:off x="457200" y="1337040"/>
            <a:ext cx="401580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PlaceHolder 3"/>
          <p:cNvSpPr>
            <a:spLocks noGrp="1"/>
          </p:cNvSpPr>
          <p:nvPr>
            <p:ph/>
          </p:nvPr>
        </p:nvSpPr>
        <p:spPr>
          <a:xfrm>
            <a:off x="4674240" y="1337040"/>
            <a:ext cx="401580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PlaceHolder 4"/>
          <p:cNvSpPr>
            <a:spLocks noGrp="1"/>
          </p:cNvSpPr>
          <p:nvPr>
            <p:ph/>
          </p:nvPr>
        </p:nvSpPr>
        <p:spPr>
          <a:xfrm>
            <a:off x="457200" y="3068280"/>
            <a:ext cx="822924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0F2C05D0-C2FB-4278-853C-EBD5ACE598E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PlaceHolder 1"/>
          <p:cNvSpPr>
            <a:spLocks noGrp="1"/>
          </p:cNvSpPr>
          <p:nvPr>
            <p:ph type="title"/>
          </p:nvPr>
        </p:nvSpPr>
        <p:spPr>
          <a:xfrm>
            <a:off x="457200" y="227880"/>
            <a:ext cx="8229240" cy="954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PlaceHolder 2"/>
          <p:cNvSpPr>
            <a:spLocks noGrp="1"/>
          </p:cNvSpPr>
          <p:nvPr>
            <p:ph/>
          </p:nvPr>
        </p:nvSpPr>
        <p:spPr>
          <a:xfrm>
            <a:off x="457200" y="1337040"/>
            <a:ext cx="822924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PlaceHolder 3"/>
          <p:cNvSpPr>
            <a:spLocks noGrp="1"/>
          </p:cNvSpPr>
          <p:nvPr>
            <p:ph/>
          </p:nvPr>
        </p:nvSpPr>
        <p:spPr>
          <a:xfrm>
            <a:off x="457200" y="3068280"/>
            <a:ext cx="822924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89FDDB0F-103F-4426-85B9-CB7A1A223BC0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laceHolder 1"/>
          <p:cNvSpPr>
            <a:spLocks noGrp="1"/>
          </p:cNvSpPr>
          <p:nvPr>
            <p:ph type="title"/>
          </p:nvPr>
        </p:nvSpPr>
        <p:spPr>
          <a:xfrm>
            <a:off x="457200" y="227880"/>
            <a:ext cx="8229240" cy="954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PlaceHolder 2"/>
          <p:cNvSpPr>
            <a:spLocks noGrp="1"/>
          </p:cNvSpPr>
          <p:nvPr>
            <p:ph/>
          </p:nvPr>
        </p:nvSpPr>
        <p:spPr>
          <a:xfrm>
            <a:off x="457200" y="1337040"/>
            <a:ext cx="401580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PlaceHolder 3"/>
          <p:cNvSpPr>
            <a:spLocks noGrp="1"/>
          </p:cNvSpPr>
          <p:nvPr>
            <p:ph/>
          </p:nvPr>
        </p:nvSpPr>
        <p:spPr>
          <a:xfrm>
            <a:off x="4674240" y="1337040"/>
            <a:ext cx="401580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PlaceHolder 4"/>
          <p:cNvSpPr>
            <a:spLocks noGrp="1"/>
          </p:cNvSpPr>
          <p:nvPr>
            <p:ph/>
          </p:nvPr>
        </p:nvSpPr>
        <p:spPr>
          <a:xfrm>
            <a:off x="457200" y="3068280"/>
            <a:ext cx="401580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PlaceHolder 5"/>
          <p:cNvSpPr>
            <a:spLocks noGrp="1"/>
          </p:cNvSpPr>
          <p:nvPr>
            <p:ph/>
          </p:nvPr>
        </p:nvSpPr>
        <p:spPr>
          <a:xfrm>
            <a:off x="4674240" y="3068280"/>
            <a:ext cx="401580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CE37C3D3-8A3C-4691-BE32-BEE7C8A00BDD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laceHolder 1"/>
          <p:cNvSpPr>
            <a:spLocks noGrp="1"/>
          </p:cNvSpPr>
          <p:nvPr>
            <p:ph type="title"/>
          </p:nvPr>
        </p:nvSpPr>
        <p:spPr>
          <a:xfrm>
            <a:off x="457200" y="227880"/>
            <a:ext cx="8229240" cy="954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PlaceHolder 2"/>
          <p:cNvSpPr>
            <a:spLocks noGrp="1"/>
          </p:cNvSpPr>
          <p:nvPr>
            <p:ph/>
          </p:nvPr>
        </p:nvSpPr>
        <p:spPr>
          <a:xfrm>
            <a:off x="457200" y="1337040"/>
            <a:ext cx="264960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PlaceHolder 3"/>
          <p:cNvSpPr>
            <a:spLocks noGrp="1"/>
          </p:cNvSpPr>
          <p:nvPr>
            <p:ph/>
          </p:nvPr>
        </p:nvSpPr>
        <p:spPr>
          <a:xfrm>
            <a:off x="3239640" y="1337040"/>
            <a:ext cx="264960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PlaceHolder 4"/>
          <p:cNvSpPr>
            <a:spLocks noGrp="1"/>
          </p:cNvSpPr>
          <p:nvPr>
            <p:ph/>
          </p:nvPr>
        </p:nvSpPr>
        <p:spPr>
          <a:xfrm>
            <a:off x="6022080" y="1337040"/>
            <a:ext cx="264960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PlaceHolder 5"/>
          <p:cNvSpPr>
            <a:spLocks noGrp="1"/>
          </p:cNvSpPr>
          <p:nvPr>
            <p:ph/>
          </p:nvPr>
        </p:nvSpPr>
        <p:spPr>
          <a:xfrm>
            <a:off x="457200" y="3068280"/>
            <a:ext cx="264960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PlaceHolder 6"/>
          <p:cNvSpPr>
            <a:spLocks noGrp="1"/>
          </p:cNvSpPr>
          <p:nvPr>
            <p:ph/>
          </p:nvPr>
        </p:nvSpPr>
        <p:spPr>
          <a:xfrm>
            <a:off x="3239640" y="3068280"/>
            <a:ext cx="264960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PlaceHolder 7"/>
          <p:cNvSpPr>
            <a:spLocks noGrp="1"/>
          </p:cNvSpPr>
          <p:nvPr>
            <p:ph/>
          </p:nvPr>
        </p:nvSpPr>
        <p:spPr>
          <a:xfrm>
            <a:off x="6022080" y="3068280"/>
            <a:ext cx="264960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16F12FE0-0110-44FB-A57C-A13F3029B60D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2164020D-29E5-4AC4-88B4-2073FC11621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laceHolder 1"/>
          <p:cNvSpPr>
            <a:spLocks noGrp="1"/>
          </p:cNvSpPr>
          <p:nvPr>
            <p:ph type="title"/>
          </p:nvPr>
        </p:nvSpPr>
        <p:spPr>
          <a:xfrm>
            <a:off x="457200" y="227880"/>
            <a:ext cx="8229240" cy="954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PlaceHolder 2"/>
          <p:cNvSpPr>
            <a:spLocks noGrp="1"/>
          </p:cNvSpPr>
          <p:nvPr>
            <p:ph type="subTitle"/>
          </p:nvPr>
        </p:nvSpPr>
        <p:spPr>
          <a:xfrm>
            <a:off x="457200" y="1337040"/>
            <a:ext cx="8229240" cy="3314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768AD10D-7057-429A-B102-AB24D84EFCE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PlaceHolder 1"/>
          <p:cNvSpPr>
            <a:spLocks noGrp="1"/>
          </p:cNvSpPr>
          <p:nvPr>
            <p:ph type="title"/>
          </p:nvPr>
        </p:nvSpPr>
        <p:spPr>
          <a:xfrm>
            <a:off x="457200" y="227880"/>
            <a:ext cx="8229240" cy="954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PlaceHolder 2"/>
          <p:cNvSpPr>
            <a:spLocks noGrp="1"/>
          </p:cNvSpPr>
          <p:nvPr>
            <p:ph/>
          </p:nvPr>
        </p:nvSpPr>
        <p:spPr>
          <a:xfrm>
            <a:off x="457200" y="1337040"/>
            <a:ext cx="8229240" cy="3314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0583B014-9371-4F28-B1C9-5415209C754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PlaceHolder 1"/>
          <p:cNvSpPr>
            <a:spLocks noGrp="1"/>
          </p:cNvSpPr>
          <p:nvPr>
            <p:ph type="title"/>
          </p:nvPr>
        </p:nvSpPr>
        <p:spPr>
          <a:xfrm>
            <a:off x="457200" y="227880"/>
            <a:ext cx="8229240" cy="954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PlaceHolder 2"/>
          <p:cNvSpPr>
            <a:spLocks noGrp="1"/>
          </p:cNvSpPr>
          <p:nvPr>
            <p:ph/>
          </p:nvPr>
        </p:nvSpPr>
        <p:spPr>
          <a:xfrm>
            <a:off x="457200" y="1337040"/>
            <a:ext cx="4015800" cy="3314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PlaceHolder 3"/>
          <p:cNvSpPr>
            <a:spLocks noGrp="1"/>
          </p:cNvSpPr>
          <p:nvPr>
            <p:ph/>
          </p:nvPr>
        </p:nvSpPr>
        <p:spPr>
          <a:xfrm>
            <a:off x="4674240" y="1337040"/>
            <a:ext cx="4015800" cy="3314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B67E6778-7B59-44F9-83CF-0C7FD1E88C3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457200" y="227880"/>
            <a:ext cx="8229240" cy="954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68289C40-7000-47A7-8A6B-969715C6E54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PlaceHolder 1"/>
          <p:cNvSpPr>
            <a:spLocks noGrp="1"/>
          </p:cNvSpPr>
          <p:nvPr>
            <p:ph type="subTitle"/>
          </p:nvPr>
        </p:nvSpPr>
        <p:spPr>
          <a:xfrm>
            <a:off x="457200" y="227880"/>
            <a:ext cx="8229240" cy="4423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C5A564A3-8A1C-472E-A058-4DD54B4ADA6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PlaceHolder 1"/>
          <p:cNvSpPr>
            <a:spLocks noGrp="1"/>
          </p:cNvSpPr>
          <p:nvPr>
            <p:ph type="title"/>
          </p:nvPr>
        </p:nvSpPr>
        <p:spPr>
          <a:xfrm>
            <a:off x="457200" y="227880"/>
            <a:ext cx="8229240" cy="954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PlaceHolder 2"/>
          <p:cNvSpPr>
            <a:spLocks noGrp="1"/>
          </p:cNvSpPr>
          <p:nvPr>
            <p:ph/>
          </p:nvPr>
        </p:nvSpPr>
        <p:spPr>
          <a:xfrm>
            <a:off x="457200" y="1337040"/>
            <a:ext cx="401580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PlaceHolder 3"/>
          <p:cNvSpPr>
            <a:spLocks noGrp="1"/>
          </p:cNvSpPr>
          <p:nvPr>
            <p:ph/>
          </p:nvPr>
        </p:nvSpPr>
        <p:spPr>
          <a:xfrm>
            <a:off x="4674240" y="1337040"/>
            <a:ext cx="4015800" cy="3314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PlaceHolder 4"/>
          <p:cNvSpPr>
            <a:spLocks noGrp="1"/>
          </p:cNvSpPr>
          <p:nvPr>
            <p:ph/>
          </p:nvPr>
        </p:nvSpPr>
        <p:spPr>
          <a:xfrm>
            <a:off x="457200" y="3068280"/>
            <a:ext cx="401580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3B2636ED-20E2-4A17-8753-FE29E394D6D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PlaceHolder 1"/>
          <p:cNvSpPr>
            <a:spLocks noGrp="1"/>
          </p:cNvSpPr>
          <p:nvPr>
            <p:ph type="title"/>
          </p:nvPr>
        </p:nvSpPr>
        <p:spPr>
          <a:xfrm>
            <a:off x="457200" y="227880"/>
            <a:ext cx="8229240" cy="954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PlaceHolder 2"/>
          <p:cNvSpPr>
            <a:spLocks noGrp="1"/>
          </p:cNvSpPr>
          <p:nvPr>
            <p:ph/>
          </p:nvPr>
        </p:nvSpPr>
        <p:spPr>
          <a:xfrm>
            <a:off x="457200" y="1337040"/>
            <a:ext cx="4015800" cy="3314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PlaceHolder 3"/>
          <p:cNvSpPr>
            <a:spLocks noGrp="1"/>
          </p:cNvSpPr>
          <p:nvPr>
            <p:ph/>
          </p:nvPr>
        </p:nvSpPr>
        <p:spPr>
          <a:xfrm>
            <a:off x="4674240" y="1337040"/>
            <a:ext cx="401580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PlaceHolder 4"/>
          <p:cNvSpPr>
            <a:spLocks noGrp="1"/>
          </p:cNvSpPr>
          <p:nvPr>
            <p:ph/>
          </p:nvPr>
        </p:nvSpPr>
        <p:spPr>
          <a:xfrm>
            <a:off x="4674240" y="3068280"/>
            <a:ext cx="401580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E210402E-E270-4236-B053-4CBF6532244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PlaceHolder 1"/>
          <p:cNvSpPr>
            <a:spLocks noGrp="1"/>
          </p:cNvSpPr>
          <p:nvPr>
            <p:ph type="title"/>
          </p:nvPr>
        </p:nvSpPr>
        <p:spPr>
          <a:xfrm>
            <a:off x="457200" y="227880"/>
            <a:ext cx="8229240" cy="954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PlaceHolder 2"/>
          <p:cNvSpPr>
            <a:spLocks noGrp="1"/>
          </p:cNvSpPr>
          <p:nvPr>
            <p:ph/>
          </p:nvPr>
        </p:nvSpPr>
        <p:spPr>
          <a:xfrm>
            <a:off x="457200" y="1337040"/>
            <a:ext cx="401580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PlaceHolder 3"/>
          <p:cNvSpPr>
            <a:spLocks noGrp="1"/>
          </p:cNvSpPr>
          <p:nvPr>
            <p:ph/>
          </p:nvPr>
        </p:nvSpPr>
        <p:spPr>
          <a:xfrm>
            <a:off x="4674240" y="1337040"/>
            <a:ext cx="401580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PlaceHolder 4"/>
          <p:cNvSpPr>
            <a:spLocks noGrp="1"/>
          </p:cNvSpPr>
          <p:nvPr>
            <p:ph/>
          </p:nvPr>
        </p:nvSpPr>
        <p:spPr>
          <a:xfrm>
            <a:off x="457200" y="3068280"/>
            <a:ext cx="822924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C04549DA-5192-414E-A8DD-8AF62B61A2C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/>
          <p:cNvSpPr>
            <a:spLocks noGrp="1"/>
          </p:cNvSpPr>
          <p:nvPr>
            <p:ph type="title"/>
          </p:nvPr>
        </p:nvSpPr>
        <p:spPr>
          <a:xfrm>
            <a:off x="457200" y="227880"/>
            <a:ext cx="8229240" cy="954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PlaceHolder 2"/>
          <p:cNvSpPr>
            <a:spLocks noGrp="1"/>
          </p:cNvSpPr>
          <p:nvPr>
            <p:ph/>
          </p:nvPr>
        </p:nvSpPr>
        <p:spPr>
          <a:xfrm>
            <a:off x="457200" y="1337040"/>
            <a:ext cx="822924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PlaceHolder 3"/>
          <p:cNvSpPr>
            <a:spLocks noGrp="1"/>
          </p:cNvSpPr>
          <p:nvPr>
            <p:ph/>
          </p:nvPr>
        </p:nvSpPr>
        <p:spPr>
          <a:xfrm>
            <a:off x="457200" y="3068280"/>
            <a:ext cx="822924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A3452B42-5C12-4A00-B8CF-3B3B4B08BFF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PlaceHolder 1"/>
          <p:cNvSpPr>
            <a:spLocks noGrp="1"/>
          </p:cNvSpPr>
          <p:nvPr>
            <p:ph type="title"/>
          </p:nvPr>
        </p:nvSpPr>
        <p:spPr>
          <a:xfrm>
            <a:off x="457200" y="227880"/>
            <a:ext cx="8229240" cy="954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PlaceHolder 2"/>
          <p:cNvSpPr>
            <a:spLocks noGrp="1"/>
          </p:cNvSpPr>
          <p:nvPr>
            <p:ph/>
          </p:nvPr>
        </p:nvSpPr>
        <p:spPr>
          <a:xfrm>
            <a:off x="457200" y="1337040"/>
            <a:ext cx="401580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PlaceHolder 3"/>
          <p:cNvSpPr>
            <a:spLocks noGrp="1"/>
          </p:cNvSpPr>
          <p:nvPr>
            <p:ph/>
          </p:nvPr>
        </p:nvSpPr>
        <p:spPr>
          <a:xfrm>
            <a:off x="4674240" y="1337040"/>
            <a:ext cx="401580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PlaceHolder 4"/>
          <p:cNvSpPr>
            <a:spLocks noGrp="1"/>
          </p:cNvSpPr>
          <p:nvPr>
            <p:ph/>
          </p:nvPr>
        </p:nvSpPr>
        <p:spPr>
          <a:xfrm>
            <a:off x="457200" y="3068280"/>
            <a:ext cx="401580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PlaceHolder 5"/>
          <p:cNvSpPr>
            <a:spLocks noGrp="1"/>
          </p:cNvSpPr>
          <p:nvPr>
            <p:ph/>
          </p:nvPr>
        </p:nvSpPr>
        <p:spPr>
          <a:xfrm>
            <a:off x="4674240" y="3068280"/>
            <a:ext cx="401580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2313A861-79B5-4F98-B378-848EDA4784DB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>
            <a:spLocks noGrp="1"/>
          </p:cNvSpPr>
          <p:nvPr>
            <p:ph type="title"/>
          </p:nvPr>
        </p:nvSpPr>
        <p:spPr>
          <a:xfrm>
            <a:off x="457200" y="227880"/>
            <a:ext cx="8229240" cy="954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PlaceHolder 2"/>
          <p:cNvSpPr>
            <a:spLocks noGrp="1"/>
          </p:cNvSpPr>
          <p:nvPr>
            <p:ph/>
          </p:nvPr>
        </p:nvSpPr>
        <p:spPr>
          <a:xfrm>
            <a:off x="457200" y="1337040"/>
            <a:ext cx="264960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" name="PlaceHolder 3"/>
          <p:cNvSpPr>
            <a:spLocks noGrp="1"/>
          </p:cNvSpPr>
          <p:nvPr>
            <p:ph/>
          </p:nvPr>
        </p:nvSpPr>
        <p:spPr>
          <a:xfrm>
            <a:off x="3239640" y="1337040"/>
            <a:ext cx="264960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PlaceHolder 4"/>
          <p:cNvSpPr>
            <a:spLocks noGrp="1"/>
          </p:cNvSpPr>
          <p:nvPr>
            <p:ph/>
          </p:nvPr>
        </p:nvSpPr>
        <p:spPr>
          <a:xfrm>
            <a:off x="6022080" y="1337040"/>
            <a:ext cx="264960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PlaceHolder 5"/>
          <p:cNvSpPr>
            <a:spLocks noGrp="1"/>
          </p:cNvSpPr>
          <p:nvPr>
            <p:ph/>
          </p:nvPr>
        </p:nvSpPr>
        <p:spPr>
          <a:xfrm>
            <a:off x="457200" y="3068280"/>
            <a:ext cx="264960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PlaceHolder 6"/>
          <p:cNvSpPr>
            <a:spLocks noGrp="1"/>
          </p:cNvSpPr>
          <p:nvPr>
            <p:ph/>
          </p:nvPr>
        </p:nvSpPr>
        <p:spPr>
          <a:xfrm>
            <a:off x="3239640" y="3068280"/>
            <a:ext cx="264960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PlaceHolder 7"/>
          <p:cNvSpPr>
            <a:spLocks noGrp="1"/>
          </p:cNvSpPr>
          <p:nvPr>
            <p:ph/>
          </p:nvPr>
        </p:nvSpPr>
        <p:spPr>
          <a:xfrm>
            <a:off x="6022080" y="3068280"/>
            <a:ext cx="2649600" cy="158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4E5C5CCF-C9DC-4FB7-9632-485D05C0B743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fr-FR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37.xml"/><Relationship Id="rId3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9.xml"/><Relationship Id="rId5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1.xml"/><Relationship Id="rId7" Type="http://schemas.openxmlformats.org/officeDocument/2006/relationships/slideLayout" Target="../slideLayouts/slideLayout42.xml"/><Relationship Id="rId8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47.xml"/><Relationship Id="rId13" Type="http://schemas.openxmlformats.org/officeDocument/2006/relationships/slideLayout" Target="../slideLayouts/slideLayout48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bg object 16" hidden="1"/>
          <p:cNvSpPr/>
          <p:nvPr/>
        </p:nvSpPr>
        <p:spPr>
          <a:xfrm>
            <a:off x="0" y="0"/>
            <a:ext cx="9142200" cy="303120"/>
          </a:xfrm>
          <a:custGeom>
            <a:avLst/>
            <a:gdLst>
              <a:gd name="textAreaLeft" fmla="*/ 0 w 9142200"/>
              <a:gd name="textAreaRight" fmla="*/ 9144000 w 9142200"/>
              <a:gd name="textAreaTop" fmla="*/ 0 h 303120"/>
              <a:gd name="textAreaBottom" fmla="*/ 304920 h 303120"/>
            </a:gdLst>
            <a:ahLst/>
            <a:rect l="textAreaLeft" t="textAreaTop" r="textAreaRight" b="textAreaBottom"/>
            <a:pathLst>
              <a:path w="9144000" h="304800">
                <a:moveTo>
                  <a:pt x="9144000" y="0"/>
                </a:moveTo>
                <a:lnTo>
                  <a:pt x="0" y="0"/>
                </a:lnTo>
                <a:lnTo>
                  <a:pt x="0" y="304800"/>
                </a:lnTo>
                <a:lnTo>
                  <a:pt x="9144000" y="304800"/>
                </a:lnTo>
                <a:lnTo>
                  <a:pt x="9144000" y="0"/>
                </a:lnTo>
                <a:close/>
              </a:path>
            </a:pathLst>
          </a:custGeom>
          <a:solidFill>
            <a:srgbClr val="92a1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" name="bg object 16"/>
          <p:cNvSpPr/>
          <p:nvPr/>
        </p:nvSpPr>
        <p:spPr>
          <a:xfrm>
            <a:off x="0" y="0"/>
            <a:ext cx="9142200" cy="303120"/>
          </a:xfrm>
          <a:custGeom>
            <a:avLst/>
            <a:gdLst>
              <a:gd name="textAreaLeft" fmla="*/ 0 w 9142200"/>
              <a:gd name="textAreaRight" fmla="*/ 9144000 w 9142200"/>
              <a:gd name="textAreaTop" fmla="*/ 0 h 303120"/>
              <a:gd name="textAreaBottom" fmla="*/ 304920 h 303120"/>
            </a:gdLst>
            <a:ahLst/>
            <a:rect l="textAreaLeft" t="textAreaTop" r="textAreaRight" b="textAreaBottom"/>
            <a:pathLst>
              <a:path w="9144000" h="304800">
                <a:moveTo>
                  <a:pt x="9144000" y="0"/>
                </a:moveTo>
                <a:lnTo>
                  <a:pt x="0" y="0"/>
                </a:lnTo>
                <a:lnTo>
                  <a:pt x="0" y="304800"/>
                </a:lnTo>
                <a:lnTo>
                  <a:pt x="9144000" y="304800"/>
                </a:lnTo>
                <a:lnTo>
                  <a:pt x="9144000" y="0"/>
                </a:lnTo>
                <a:close/>
              </a:path>
            </a:pathLst>
          </a:custGeom>
          <a:solidFill>
            <a:srgbClr val="92a1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" name="bg object 17"/>
          <p:cNvSpPr/>
          <p:nvPr/>
        </p:nvSpPr>
        <p:spPr>
          <a:xfrm>
            <a:off x="685800" y="2832120"/>
            <a:ext cx="7846920" cy="360"/>
          </a:xfrm>
          <a:custGeom>
            <a:avLst/>
            <a:gdLst>
              <a:gd name="textAreaLeft" fmla="*/ 0 w 7846920"/>
              <a:gd name="textAreaRight" fmla="*/ 7848720 w 7846920"/>
              <a:gd name="textAreaTop" fmla="*/ 0 h 360"/>
              <a:gd name="textAreaBottom" fmla="*/ 5760 h 360"/>
            </a:gdLst>
            <a:ahLst/>
            <a:rect l="textAreaLeft" t="textAreaTop" r="textAreaRight" b="textAreaBottom"/>
            <a:pathLst>
              <a:path w="7848600" h="1269">
                <a:moveTo>
                  <a:pt x="0" y="0"/>
                </a:moveTo>
                <a:lnTo>
                  <a:pt x="7848600" y="1269"/>
                </a:lnTo>
              </a:path>
            </a:pathLst>
          </a:custGeom>
          <a:noFill/>
          <a:ln w="19050">
            <a:solidFill>
              <a:srgbClr val="d252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" name="PlaceHolder 1"/>
          <p:cNvSpPr>
            <a:spLocks noGrp="1"/>
          </p:cNvSpPr>
          <p:nvPr>
            <p:ph type="ftr" idx="1"/>
          </p:nvPr>
        </p:nvSpPr>
        <p:spPr>
          <a:xfrm>
            <a:off x="3108960" y="5315040"/>
            <a:ext cx="2924280" cy="28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sldNum" idx="2"/>
          </p:nvPr>
        </p:nvSpPr>
        <p:spPr>
          <a:xfrm>
            <a:off x="6583680" y="5315040"/>
            <a:ext cx="2101320" cy="28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b2b2b2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37C898E-570D-4BB6-82F1-ED60890C9AAB}" type="slidenum">
              <a:rPr b="0" lang="fr-FR" sz="1400" spc="-1" strike="noStrike">
                <a:solidFill>
                  <a:srgbClr val="b2b2b2"/>
                </a:solidFill>
                <a:latin typeface="Times New Roman"/>
              </a:rPr>
              <a:t>&lt;numéro&gt;</a:t>
            </a:fld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3"/>
          <p:cNvSpPr>
            <a:spLocks noGrp="1"/>
          </p:cNvSpPr>
          <p:nvPr>
            <p:ph type="dt" idx="3"/>
          </p:nvPr>
        </p:nvSpPr>
        <p:spPr>
          <a:xfrm>
            <a:off x="457200" y="5315040"/>
            <a:ext cx="2101320" cy="28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PlaceHolder 4"/>
          <p:cNvSpPr>
            <a:spLocks noGrp="1"/>
          </p:cNvSpPr>
          <p:nvPr>
            <p:ph type="title"/>
          </p:nvPr>
        </p:nvSpPr>
        <p:spPr>
          <a:xfrm>
            <a:off x="457200" y="227880"/>
            <a:ext cx="8229240" cy="954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5"/>
          <p:cNvSpPr>
            <a:spLocks noGrp="1"/>
          </p:cNvSpPr>
          <p:nvPr>
            <p:ph type="body"/>
          </p:nvPr>
        </p:nvSpPr>
        <p:spPr>
          <a:xfrm>
            <a:off x="457200" y="1337040"/>
            <a:ext cx="8229240" cy="3314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bg object 16"/>
          <p:cNvSpPr/>
          <p:nvPr/>
        </p:nvSpPr>
        <p:spPr>
          <a:xfrm>
            <a:off x="0" y="0"/>
            <a:ext cx="9142200" cy="303120"/>
          </a:xfrm>
          <a:custGeom>
            <a:avLst/>
            <a:gdLst>
              <a:gd name="textAreaLeft" fmla="*/ 0 w 9142200"/>
              <a:gd name="textAreaRight" fmla="*/ 9144000 w 9142200"/>
              <a:gd name="textAreaTop" fmla="*/ 0 h 303120"/>
              <a:gd name="textAreaBottom" fmla="*/ 304920 h 303120"/>
            </a:gdLst>
            <a:ahLst/>
            <a:rect l="textAreaLeft" t="textAreaTop" r="textAreaRight" b="textAreaBottom"/>
            <a:pathLst>
              <a:path w="9144000" h="304800">
                <a:moveTo>
                  <a:pt x="9144000" y="0"/>
                </a:moveTo>
                <a:lnTo>
                  <a:pt x="0" y="0"/>
                </a:lnTo>
                <a:lnTo>
                  <a:pt x="0" y="304800"/>
                </a:lnTo>
                <a:lnTo>
                  <a:pt x="9144000" y="304800"/>
                </a:lnTo>
                <a:lnTo>
                  <a:pt x="9144000" y="0"/>
                </a:lnTo>
                <a:close/>
              </a:path>
            </a:pathLst>
          </a:custGeom>
          <a:solidFill>
            <a:srgbClr val="92a1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5" name="PlaceHolder 1"/>
          <p:cNvSpPr>
            <a:spLocks noGrp="1"/>
          </p:cNvSpPr>
          <p:nvPr>
            <p:ph type="ftr" idx="4"/>
          </p:nvPr>
        </p:nvSpPr>
        <p:spPr>
          <a:xfrm>
            <a:off x="3108960" y="5315040"/>
            <a:ext cx="2924280" cy="28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sldNum" idx="5"/>
          </p:nvPr>
        </p:nvSpPr>
        <p:spPr>
          <a:xfrm>
            <a:off x="6583680" y="5315040"/>
            <a:ext cx="2101320" cy="28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b2b2b2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18D9C8E-75D8-4D8B-8324-F0B9A061F819}" type="slidenum">
              <a:rPr b="0" lang="fr-FR" sz="1400" spc="-1" strike="noStrike">
                <a:solidFill>
                  <a:srgbClr val="b2b2b2"/>
                </a:solidFill>
                <a:latin typeface="Times New Roman"/>
              </a:rPr>
              <a:t>&lt;numéro&gt;</a:t>
            </a:fld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dt" idx="6"/>
          </p:nvPr>
        </p:nvSpPr>
        <p:spPr>
          <a:xfrm>
            <a:off x="457200" y="5315040"/>
            <a:ext cx="2101320" cy="28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title"/>
          </p:nvPr>
        </p:nvSpPr>
        <p:spPr>
          <a:xfrm>
            <a:off x="457200" y="227880"/>
            <a:ext cx="8229240" cy="954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5"/>
          <p:cNvSpPr>
            <a:spLocks noGrp="1"/>
          </p:cNvSpPr>
          <p:nvPr>
            <p:ph type="body"/>
          </p:nvPr>
        </p:nvSpPr>
        <p:spPr>
          <a:xfrm>
            <a:off x="457200" y="1337040"/>
            <a:ext cx="8229240" cy="3314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bg object 16" hidden="1"/>
          <p:cNvSpPr/>
          <p:nvPr/>
        </p:nvSpPr>
        <p:spPr>
          <a:xfrm>
            <a:off x="0" y="0"/>
            <a:ext cx="9142200" cy="303120"/>
          </a:xfrm>
          <a:custGeom>
            <a:avLst/>
            <a:gdLst>
              <a:gd name="textAreaLeft" fmla="*/ 0 w 9142200"/>
              <a:gd name="textAreaRight" fmla="*/ 9144000 w 9142200"/>
              <a:gd name="textAreaTop" fmla="*/ 0 h 303120"/>
              <a:gd name="textAreaBottom" fmla="*/ 304920 h 303120"/>
            </a:gdLst>
            <a:ahLst/>
            <a:rect l="textAreaLeft" t="textAreaTop" r="textAreaRight" b="textAreaBottom"/>
            <a:pathLst>
              <a:path w="9144000" h="304800">
                <a:moveTo>
                  <a:pt x="9144000" y="0"/>
                </a:moveTo>
                <a:lnTo>
                  <a:pt x="0" y="0"/>
                </a:lnTo>
                <a:lnTo>
                  <a:pt x="0" y="304800"/>
                </a:lnTo>
                <a:lnTo>
                  <a:pt x="9144000" y="304800"/>
                </a:lnTo>
                <a:lnTo>
                  <a:pt x="9144000" y="0"/>
                </a:lnTo>
                <a:close/>
              </a:path>
            </a:pathLst>
          </a:custGeom>
          <a:solidFill>
            <a:srgbClr val="92a1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7" name="bg object 16"/>
          <p:cNvSpPr/>
          <p:nvPr/>
        </p:nvSpPr>
        <p:spPr>
          <a:xfrm>
            <a:off x="0" y="374400"/>
            <a:ext cx="9142200" cy="5339160"/>
          </a:xfrm>
          <a:custGeom>
            <a:avLst/>
            <a:gdLst>
              <a:gd name="textAreaLeft" fmla="*/ 0 w 9142200"/>
              <a:gd name="textAreaRight" fmla="*/ 9144000 w 9142200"/>
              <a:gd name="textAreaTop" fmla="*/ 0 h 5339160"/>
              <a:gd name="textAreaBottom" fmla="*/ 5340960 h 5339160"/>
            </a:gdLst>
            <a:ahLst/>
            <a:rect l="textAreaLeft" t="textAreaTop" r="textAreaRight" b="textAreaBottom"/>
            <a:pathLst>
              <a:path w="9144000" h="5340985">
                <a:moveTo>
                  <a:pt x="0" y="5340476"/>
                </a:moveTo>
                <a:lnTo>
                  <a:pt x="9144000" y="5340476"/>
                </a:lnTo>
                <a:lnTo>
                  <a:pt x="9144000" y="0"/>
                </a:lnTo>
                <a:lnTo>
                  <a:pt x="0" y="0"/>
                </a:lnTo>
                <a:lnTo>
                  <a:pt x="0" y="5340476"/>
                </a:lnTo>
                <a:close/>
              </a:path>
            </a:pathLst>
          </a:custGeom>
          <a:solidFill>
            <a:srgbClr val="d2523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8" name="bg object 17"/>
          <p:cNvSpPr/>
          <p:nvPr/>
        </p:nvSpPr>
        <p:spPr>
          <a:xfrm>
            <a:off x="0" y="304920"/>
            <a:ext cx="9142200" cy="68040"/>
          </a:xfrm>
          <a:custGeom>
            <a:avLst/>
            <a:gdLst>
              <a:gd name="textAreaLeft" fmla="*/ 0 w 9142200"/>
              <a:gd name="textAreaRight" fmla="*/ 9144000 w 9142200"/>
              <a:gd name="textAreaTop" fmla="*/ 0 h 68040"/>
              <a:gd name="textAreaBottom" fmla="*/ 69840 h 68040"/>
            </a:gdLst>
            <a:ahLst/>
            <a:rect l="textAreaLeft" t="textAreaTop" r="textAreaRight" b="textAreaBottom"/>
            <a:pathLst>
              <a:path w="9144000" h="69850">
                <a:moveTo>
                  <a:pt x="0" y="69723"/>
                </a:moveTo>
                <a:lnTo>
                  <a:pt x="9144000" y="69723"/>
                </a:lnTo>
                <a:lnTo>
                  <a:pt x="9144000" y="0"/>
                </a:lnTo>
                <a:lnTo>
                  <a:pt x="0" y="0"/>
                </a:lnTo>
                <a:lnTo>
                  <a:pt x="0" y="69723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9" name="bg object 18"/>
          <p:cNvSpPr/>
          <p:nvPr/>
        </p:nvSpPr>
        <p:spPr>
          <a:xfrm>
            <a:off x="0" y="0"/>
            <a:ext cx="9142200" cy="303120"/>
          </a:xfrm>
          <a:custGeom>
            <a:avLst/>
            <a:gdLst>
              <a:gd name="textAreaLeft" fmla="*/ 0 w 9142200"/>
              <a:gd name="textAreaRight" fmla="*/ 9144000 w 9142200"/>
              <a:gd name="textAreaTop" fmla="*/ 0 h 303120"/>
              <a:gd name="textAreaBottom" fmla="*/ 304920 h 303120"/>
            </a:gdLst>
            <a:ahLst/>
            <a:rect l="textAreaLeft" t="textAreaTop" r="textAreaRight" b="textAreaBottom"/>
            <a:pathLst>
              <a:path w="9144000" h="304800">
                <a:moveTo>
                  <a:pt x="9144000" y="0"/>
                </a:moveTo>
                <a:lnTo>
                  <a:pt x="0" y="0"/>
                </a:lnTo>
                <a:lnTo>
                  <a:pt x="0" y="304800"/>
                </a:lnTo>
                <a:lnTo>
                  <a:pt x="9144000" y="304800"/>
                </a:lnTo>
                <a:lnTo>
                  <a:pt x="9144000" y="0"/>
                </a:lnTo>
                <a:close/>
              </a:path>
            </a:pathLst>
          </a:custGeom>
          <a:solidFill>
            <a:srgbClr val="92a1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0" name="bg object 19"/>
          <p:cNvSpPr/>
          <p:nvPr/>
        </p:nvSpPr>
        <p:spPr>
          <a:xfrm>
            <a:off x="731520" y="3832920"/>
            <a:ext cx="7846920" cy="360"/>
          </a:xfrm>
          <a:custGeom>
            <a:avLst/>
            <a:gdLst>
              <a:gd name="textAreaLeft" fmla="*/ 0 w 7846920"/>
              <a:gd name="textAreaRight" fmla="*/ 7848720 w 7846920"/>
              <a:gd name="textAreaTop" fmla="*/ 0 h 360"/>
              <a:gd name="textAreaBottom" fmla="*/ 5760 h 360"/>
            </a:gdLst>
            <a:ahLst/>
            <a:rect l="textAreaLeft" t="textAreaTop" r="textAreaRight" b="textAreaBottom"/>
            <a:pathLst>
              <a:path w="7848600" h="1270">
                <a:moveTo>
                  <a:pt x="0" y="0"/>
                </a:moveTo>
                <a:lnTo>
                  <a:pt x="7848600" y="1269"/>
                </a:lnTo>
              </a:path>
            </a:pathLst>
          </a:custGeom>
          <a:noFill/>
          <a:ln w="19050">
            <a:solidFill>
              <a:srgbClr val="f3f1d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1" name="PlaceHolder 1"/>
          <p:cNvSpPr>
            <a:spLocks noGrp="1"/>
          </p:cNvSpPr>
          <p:nvPr>
            <p:ph type="ftr" idx="7"/>
          </p:nvPr>
        </p:nvSpPr>
        <p:spPr>
          <a:xfrm>
            <a:off x="3108960" y="5315040"/>
            <a:ext cx="2924280" cy="28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 type="sldNum" idx="8"/>
          </p:nvPr>
        </p:nvSpPr>
        <p:spPr>
          <a:xfrm>
            <a:off x="6583680" y="5315040"/>
            <a:ext cx="2101320" cy="28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b2b2b2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2DF60F7-1A2D-49AD-A7C8-EFE7A315F8AC}" type="slidenum">
              <a:rPr b="0" lang="fr-FR" sz="1400" spc="-1" strike="noStrike">
                <a:solidFill>
                  <a:srgbClr val="b2b2b2"/>
                </a:solidFill>
                <a:latin typeface="Times New Roman"/>
              </a:rPr>
              <a:t>&lt;numéro&gt;</a:t>
            </a:fld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 type="dt" idx="9"/>
          </p:nvPr>
        </p:nvSpPr>
        <p:spPr>
          <a:xfrm>
            <a:off x="457200" y="5315040"/>
            <a:ext cx="2101320" cy="28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" name="PlaceHolder 4"/>
          <p:cNvSpPr>
            <a:spLocks noGrp="1"/>
          </p:cNvSpPr>
          <p:nvPr>
            <p:ph type="title"/>
          </p:nvPr>
        </p:nvSpPr>
        <p:spPr>
          <a:xfrm>
            <a:off x="457200" y="227880"/>
            <a:ext cx="8229240" cy="954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PlaceHolder 5"/>
          <p:cNvSpPr>
            <a:spLocks noGrp="1"/>
          </p:cNvSpPr>
          <p:nvPr>
            <p:ph type="body"/>
          </p:nvPr>
        </p:nvSpPr>
        <p:spPr>
          <a:xfrm>
            <a:off x="457200" y="1337040"/>
            <a:ext cx="8229240" cy="3314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bg object 16" hidden="1"/>
          <p:cNvSpPr/>
          <p:nvPr/>
        </p:nvSpPr>
        <p:spPr>
          <a:xfrm>
            <a:off x="0" y="0"/>
            <a:ext cx="9142200" cy="303120"/>
          </a:xfrm>
          <a:custGeom>
            <a:avLst/>
            <a:gdLst>
              <a:gd name="textAreaLeft" fmla="*/ 0 w 9142200"/>
              <a:gd name="textAreaRight" fmla="*/ 9144000 w 9142200"/>
              <a:gd name="textAreaTop" fmla="*/ 0 h 303120"/>
              <a:gd name="textAreaBottom" fmla="*/ 304920 h 303120"/>
            </a:gdLst>
            <a:ahLst/>
            <a:rect l="textAreaLeft" t="textAreaTop" r="textAreaRight" b="textAreaBottom"/>
            <a:pathLst>
              <a:path w="9144000" h="304800">
                <a:moveTo>
                  <a:pt x="9144000" y="0"/>
                </a:moveTo>
                <a:lnTo>
                  <a:pt x="0" y="0"/>
                </a:lnTo>
                <a:lnTo>
                  <a:pt x="0" y="304800"/>
                </a:lnTo>
                <a:lnTo>
                  <a:pt x="9144000" y="304800"/>
                </a:lnTo>
                <a:lnTo>
                  <a:pt x="9144000" y="0"/>
                </a:lnTo>
                <a:close/>
              </a:path>
            </a:pathLst>
          </a:custGeom>
          <a:solidFill>
            <a:srgbClr val="92a1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3" name="bg object 16"/>
          <p:cNvSpPr/>
          <p:nvPr/>
        </p:nvSpPr>
        <p:spPr>
          <a:xfrm>
            <a:off x="0" y="374400"/>
            <a:ext cx="9142200" cy="5339160"/>
          </a:xfrm>
          <a:custGeom>
            <a:avLst/>
            <a:gdLst>
              <a:gd name="textAreaLeft" fmla="*/ 0 w 9142200"/>
              <a:gd name="textAreaRight" fmla="*/ 9144000 w 9142200"/>
              <a:gd name="textAreaTop" fmla="*/ 0 h 5339160"/>
              <a:gd name="textAreaBottom" fmla="*/ 5340960 h 5339160"/>
            </a:gdLst>
            <a:ahLst/>
            <a:rect l="textAreaLeft" t="textAreaTop" r="textAreaRight" b="textAreaBottom"/>
            <a:pathLst>
              <a:path w="9144000" h="5340985">
                <a:moveTo>
                  <a:pt x="0" y="5340476"/>
                </a:moveTo>
                <a:lnTo>
                  <a:pt x="9144000" y="5340476"/>
                </a:lnTo>
                <a:lnTo>
                  <a:pt x="9144000" y="0"/>
                </a:lnTo>
                <a:lnTo>
                  <a:pt x="0" y="0"/>
                </a:lnTo>
                <a:lnTo>
                  <a:pt x="0" y="5340476"/>
                </a:lnTo>
                <a:close/>
              </a:path>
            </a:pathLst>
          </a:custGeom>
          <a:solidFill>
            <a:srgbClr val="d2523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4" name="bg object 17"/>
          <p:cNvSpPr/>
          <p:nvPr/>
        </p:nvSpPr>
        <p:spPr>
          <a:xfrm>
            <a:off x="0" y="304920"/>
            <a:ext cx="9142200" cy="68040"/>
          </a:xfrm>
          <a:custGeom>
            <a:avLst/>
            <a:gdLst>
              <a:gd name="textAreaLeft" fmla="*/ 0 w 9142200"/>
              <a:gd name="textAreaRight" fmla="*/ 9144000 w 9142200"/>
              <a:gd name="textAreaTop" fmla="*/ 0 h 68040"/>
              <a:gd name="textAreaBottom" fmla="*/ 69840 h 68040"/>
            </a:gdLst>
            <a:ahLst/>
            <a:rect l="textAreaLeft" t="textAreaTop" r="textAreaRight" b="textAreaBottom"/>
            <a:pathLst>
              <a:path w="9144000" h="69850">
                <a:moveTo>
                  <a:pt x="0" y="69723"/>
                </a:moveTo>
                <a:lnTo>
                  <a:pt x="9144000" y="69723"/>
                </a:lnTo>
                <a:lnTo>
                  <a:pt x="9144000" y="0"/>
                </a:lnTo>
                <a:lnTo>
                  <a:pt x="0" y="0"/>
                </a:lnTo>
                <a:lnTo>
                  <a:pt x="0" y="69723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5" name="bg object 18"/>
          <p:cNvSpPr/>
          <p:nvPr/>
        </p:nvSpPr>
        <p:spPr>
          <a:xfrm>
            <a:off x="0" y="0"/>
            <a:ext cx="9142200" cy="303120"/>
          </a:xfrm>
          <a:custGeom>
            <a:avLst/>
            <a:gdLst>
              <a:gd name="textAreaLeft" fmla="*/ 0 w 9142200"/>
              <a:gd name="textAreaRight" fmla="*/ 9144000 w 9142200"/>
              <a:gd name="textAreaTop" fmla="*/ 0 h 303120"/>
              <a:gd name="textAreaBottom" fmla="*/ 304920 h 303120"/>
            </a:gdLst>
            <a:ahLst/>
            <a:rect l="textAreaLeft" t="textAreaTop" r="textAreaRight" b="textAreaBottom"/>
            <a:pathLst>
              <a:path w="9144000" h="304800">
                <a:moveTo>
                  <a:pt x="9144000" y="0"/>
                </a:moveTo>
                <a:lnTo>
                  <a:pt x="0" y="0"/>
                </a:lnTo>
                <a:lnTo>
                  <a:pt x="0" y="304800"/>
                </a:lnTo>
                <a:lnTo>
                  <a:pt x="9144000" y="304800"/>
                </a:lnTo>
                <a:lnTo>
                  <a:pt x="9144000" y="0"/>
                </a:lnTo>
                <a:close/>
              </a:path>
            </a:pathLst>
          </a:custGeom>
          <a:solidFill>
            <a:srgbClr val="92a1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6" name="bg object 19"/>
          <p:cNvSpPr/>
          <p:nvPr/>
        </p:nvSpPr>
        <p:spPr>
          <a:xfrm>
            <a:off x="731520" y="3832920"/>
            <a:ext cx="7846920" cy="360"/>
          </a:xfrm>
          <a:custGeom>
            <a:avLst/>
            <a:gdLst>
              <a:gd name="textAreaLeft" fmla="*/ 0 w 7846920"/>
              <a:gd name="textAreaRight" fmla="*/ 7848720 w 7846920"/>
              <a:gd name="textAreaTop" fmla="*/ 0 h 360"/>
              <a:gd name="textAreaBottom" fmla="*/ 5760 h 360"/>
            </a:gdLst>
            <a:ahLst/>
            <a:rect l="textAreaLeft" t="textAreaTop" r="textAreaRight" b="textAreaBottom"/>
            <a:pathLst>
              <a:path w="7848600" h="1270">
                <a:moveTo>
                  <a:pt x="0" y="0"/>
                </a:moveTo>
                <a:lnTo>
                  <a:pt x="7848600" y="1269"/>
                </a:lnTo>
              </a:path>
            </a:pathLst>
          </a:custGeom>
          <a:noFill/>
          <a:ln w="19050">
            <a:solidFill>
              <a:srgbClr val="f3f1d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7" name="PlaceHolder 1"/>
          <p:cNvSpPr>
            <a:spLocks noGrp="1"/>
          </p:cNvSpPr>
          <p:nvPr>
            <p:ph type="ftr" idx="10"/>
          </p:nvPr>
        </p:nvSpPr>
        <p:spPr>
          <a:xfrm>
            <a:off x="3108960" y="5315040"/>
            <a:ext cx="2924280" cy="28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8" name="PlaceHolder 2"/>
          <p:cNvSpPr>
            <a:spLocks noGrp="1"/>
          </p:cNvSpPr>
          <p:nvPr>
            <p:ph type="sldNum" idx="11"/>
          </p:nvPr>
        </p:nvSpPr>
        <p:spPr>
          <a:xfrm>
            <a:off x="6583680" y="5315040"/>
            <a:ext cx="2101320" cy="28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fr-FR" sz="1400" spc="-1" strike="noStrike">
                <a:solidFill>
                  <a:srgbClr val="b2b2b2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8C36214-DABB-4FB3-99FB-A61874CAE6C0}" type="slidenum">
              <a:rPr b="0" lang="fr-FR" sz="1400" spc="-1" strike="noStrike">
                <a:solidFill>
                  <a:srgbClr val="b2b2b2"/>
                </a:solidFill>
                <a:latin typeface="Times New Roman"/>
              </a:rPr>
              <a:t>&lt;numéro&gt;</a:t>
            </a:fld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" name="PlaceHolder 3"/>
          <p:cNvSpPr>
            <a:spLocks noGrp="1"/>
          </p:cNvSpPr>
          <p:nvPr>
            <p:ph type="dt" idx="12"/>
          </p:nvPr>
        </p:nvSpPr>
        <p:spPr>
          <a:xfrm>
            <a:off x="457200" y="5315040"/>
            <a:ext cx="2101320" cy="284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" name="PlaceHolder 4"/>
          <p:cNvSpPr>
            <a:spLocks noGrp="1"/>
          </p:cNvSpPr>
          <p:nvPr>
            <p:ph type="title"/>
          </p:nvPr>
        </p:nvSpPr>
        <p:spPr>
          <a:xfrm>
            <a:off x="457200" y="227880"/>
            <a:ext cx="8229240" cy="954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PlaceHolder 5"/>
          <p:cNvSpPr>
            <a:spLocks noGrp="1"/>
          </p:cNvSpPr>
          <p:nvPr>
            <p:ph type="body"/>
          </p:nvPr>
        </p:nvSpPr>
        <p:spPr>
          <a:xfrm>
            <a:off x="457200" y="1337040"/>
            <a:ext cx="8229240" cy="3314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699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3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3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slideLayout" Target="../slideLayouts/slideLayout13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13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slideLayout" Target="../slideLayouts/slideLayout37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25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12.png"/><Relationship Id="rId3" Type="http://schemas.openxmlformats.org/officeDocument/2006/relationships/slideLayout" Target="../slideLayouts/slideLayout13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slideLayout" Target="../slideLayouts/slideLayout13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slideLayout" Target="../slideLayouts/slideLayout13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7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image" Target="../media/image22.png"/><Relationship Id="rId9" Type="http://schemas.openxmlformats.org/officeDocument/2006/relationships/image" Target="../media/image23.png"/><Relationship Id="rId10" Type="http://schemas.openxmlformats.org/officeDocument/2006/relationships/image" Target="../media/image24.png"/><Relationship Id="rId11" Type="http://schemas.openxmlformats.org/officeDocument/2006/relationships/image" Target="../media/image25.png"/><Relationship Id="rId12" Type="http://schemas.openxmlformats.org/officeDocument/2006/relationships/image" Target="../media/image22.png"/><Relationship Id="rId13" Type="http://schemas.openxmlformats.org/officeDocument/2006/relationships/image" Target="../media/image26.png"/><Relationship Id="rId14" Type="http://schemas.openxmlformats.org/officeDocument/2006/relationships/image" Target="../media/image27.png"/><Relationship Id="rId15" Type="http://schemas.openxmlformats.org/officeDocument/2006/relationships/image" Target="../media/image21.png"/><Relationship Id="rId16" Type="http://schemas.openxmlformats.org/officeDocument/2006/relationships/image" Target="../media/image28.png"/><Relationship Id="rId17" Type="http://schemas.openxmlformats.org/officeDocument/2006/relationships/image" Target="../media/image21.png"/><Relationship Id="rId18" Type="http://schemas.openxmlformats.org/officeDocument/2006/relationships/image" Target="../media/image25.png"/><Relationship Id="rId19" Type="http://schemas.openxmlformats.org/officeDocument/2006/relationships/image" Target="../media/image25.png"/><Relationship Id="rId20" Type="http://schemas.openxmlformats.org/officeDocument/2006/relationships/image" Target="../media/image29.png"/><Relationship Id="rId21" Type="http://schemas.openxmlformats.org/officeDocument/2006/relationships/image" Target="../media/image21.png"/><Relationship Id="rId22" Type="http://schemas.openxmlformats.org/officeDocument/2006/relationships/image" Target="../media/image28.png"/><Relationship Id="rId23" Type="http://schemas.openxmlformats.org/officeDocument/2006/relationships/image" Target="../media/image21.png"/><Relationship Id="rId24" Type="http://schemas.openxmlformats.org/officeDocument/2006/relationships/image" Target="../media/image25.png"/><Relationship Id="rId25" Type="http://schemas.openxmlformats.org/officeDocument/2006/relationships/image" Target="../media/image25.png"/><Relationship Id="rId26" Type="http://schemas.openxmlformats.org/officeDocument/2006/relationships/image" Target="../media/image29.png"/><Relationship Id="rId27" Type="http://schemas.openxmlformats.org/officeDocument/2006/relationships/image" Target="../media/image22.png"/><Relationship Id="rId28" Type="http://schemas.openxmlformats.org/officeDocument/2006/relationships/image" Target="../media/image27.png"/><Relationship Id="rId29" Type="http://schemas.openxmlformats.org/officeDocument/2006/relationships/image" Target="../media/image30.png"/><Relationship Id="rId30" Type="http://schemas.openxmlformats.org/officeDocument/2006/relationships/image" Target="../media/image31.png"/><Relationship Id="rId31" Type="http://schemas.openxmlformats.org/officeDocument/2006/relationships/image" Target="../media/image31.png"/><Relationship Id="rId32" Type="http://schemas.openxmlformats.org/officeDocument/2006/relationships/image" Target="../media/image32.png"/><Relationship Id="rId33" Type="http://schemas.openxmlformats.org/officeDocument/2006/relationships/slideLayout" Target="../slideLayouts/slideLayout13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PlaceHolder 1"/>
          <p:cNvSpPr>
            <a:spLocks noGrp="1"/>
          </p:cNvSpPr>
          <p:nvPr>
            <p:ph type="title"/>
          </p:nvPr>
        </p:nvSpPr>
        <p:spPr>
          <a:xfrm>
            <a:off x="764640" y="848520"/>
            <a:ext cx="7707600" cy="1839600"/>
          </a:xfrm>
          <a:prstGeom prst="rect">
            <a:avLst/>
          </a:prstGeom>
          <a:noFill/>
          <a:ln w="0">
            <a:noFill/>
          </a:ln>
        </p:spPr>
        <p:txBody>
          <a:bodyPr lIns="0" rIns="0" tIns="12240" bIns="0" anchor="t">
            <a:noAutofit/>
          </a:bodyPr>
          <a:p>
            <a:pPr marL="12600" indent="0" algn="just">
              <a:lnSpc>
                <a:spcPct val="100000"/>
              </a:lnSpc>
              <a:spcBef>
                <a:spcPts val="96"/>
              </a:spcBef>
              <a:buNone/>
              <a:tabLst>
                <a:tab algn="l" pos="0"/>
              </a:tabLst>
            </a:pPr>
            <a:r>
              <a:rPr b="0" lang="fr-FR" sz="4000" spc="-1" strike="noStrike">
                <a:solidFill>
                  <a:srgbClr val="d2523b"/>
                </a:solidFill>
                <a:latin typeface="Arial"/>
              </a:rPr>
              <a:t>PROJET</a:t>
            </a:r>
            <a:r>
              <a:rPr b="0" lang="fr-FR" sz="4000" spc="695" strike="noStrike">
                <a:solidFill>
                  <a:srgbClr val="d2523b"/>
                </a:solidFill>
                <a:latin typeface="Arial"/>
              </a:rPr>
              <a:t> </a:t>
            </a:r>
            <a:r>
              <a:rPr b="0" lang="fr-FR" sz="4000" spc="-1" strike="noStrike">
                <a:solidFill>
                  <a:srgbClr val="d2523b"/>
                </a:solidFill>
                <a:latin typeface="Arial"/>
              </a:rPr>
              <a:t>4</a:t>
            </a:r>
            <a:r>
              <a:rPr b="0" lang="fr-FR" sz="4000" spc="741" strike="noStrike">
                <a:solidFill>
                  <a:srgbClr val="d2523b"/>
                </a:solidFill>
                <a:latin typeface="Arial"/>
              </a:rPr>
              <a:t> </a:t>
            </a:r>
            <a:r>
              <a:rPr b="0" lang="fr-FR" sz="4000" spc="-1" strike="noStrike">
                <a:solidFill>
                  <a:srgbClr val="d2523b"/>
                </a:solidFill>
                <a:latin typeface="Arial"/>
              </a:rPr>
              <a:t>–</a:t>
            </a:r>
            <a:r>
              <a:rPr b="0" lang="fr-FR" sz="4000" spc="761" strike="noStrike">
                <a:solidFill>
                  <a:srgbClr val="d2523b"/>
                </a:solidFill>
                <a:latin typeface="Arial"/>
              </a:rPr>
              <a:t> </a:t>
            </a:r>
            <a:r>
              <a:rPr b="0" lang="fr-FR" sz="4000" spc="-1" strike="noStrike">
                <a:solidFill>
                  <a:srgbClr val="d2523b"/>
                </a:solidFill>
                <a:latin typeface="Arial"/>
              </a:rPr>
              <a:t>«</a:t>
            </a:r>
            <a:r>
              <a:rPr b="0" lang="fr-FR" sz="4000" spc="766" strike="noStrike">
                <a:solidFill>
                  <a:srgbClr val="d2523b"/>
                </a:solidFill>
                <a:latin typeface="Arial"/>
              </a:rPr>
              <a:t> </a:t>
            </a:r>
            <a:r>
              <a:rPr b="0" lang="fr-FR" sz="4000" spc="-1" strike="noStrike">
                <a:solidFill>
                  <a:srgbClr val="d2523b"/>
                </a:solidFill>
                <a:latin typeface="Arial"/>
              </a:rPr>
              <a:t>ANTICIPEZ</a:t>
            </a:r>
            <a:r>
              <a:rPr b="0" lang="fr-FR" sz="4000" spc="741" strike="noStrike">
                <a:solidFill>
                  <a:srgbClr val="d2523b"/>
                </a:solidFill>
                <a:latin typeface="Arial"/>
              </a:rPr>
              <a:t> </a:t>
            </a:r>
            <a:r>
              <a:rPr b="0" lang="fr-FR" sz="4000" spc="-26" strike="noStrike">
                <a:solidFill>
                  <a:srgbClr val="d2523b"/>
                </a:solidFill>
                <a:latin typeface="Arial"/>
              </a:rPr>
              <a:t>LES </a:t>
            </a:r>
            <a:r>
              <a:rPr b="0" lang="fr-FR" sz="4000" spc="-1" strike="noStrike">
                <a:solidFill>
                  <a:srgbClr val="d2523b"/>
                </a:solidFill>
                <a:latin typeface="Arial"/>
              </a:rPr>
              <a:t>BESOINS</a:t>
            </a:r>
            <a:r>
              <a:rPr b="0" lang="fr-FR" sz="4000" spc="58" strike="noStrike">
                <a:solidFill>
                  <a:srgbClr val="d2523b"/>
                </a:solidFill>
                <a:latin typeface="Arial"/>
              </a:rPr>
              <a:t>  </a:t>
            </a:r>
            <a:r>
              <a:rPr b="0" lang="fr-FR" sz="4000" spc="-1" strike="noStrike">
                <a:solidFill>
                  <a:srgbClr val="d2523b"/>
                </a:solidFill>
                <a:latin typeface="Arial"/>
              </a:rPr>
              <a:t>EN</a:t>
            </a:r>
            <a:r>
              <a:rPr b="0" lang="fr-FR" sz="4000" spc="60" strike="noStrike">
                <a:solidFill>
                  <a:srgbClr val="d2523b"/>
                </a:solidFill>
                <a:latin typeface="Arial"/>
              </a:rPr>
              <a:t>  </a:t>
            </a:r>
            <a:r>
              <a:rPr b="0" lang="fr-FR" sz="4000" spc="-106" strike="noStrike">
                <a:solidFill>
                  <a:srgbClr val="d2523b"/>
                </a:solidFill>
                <a:latin typeface="Arial"/>
              </a:rPr>
              <a:t>CONSOMMATION </a:t>
            </a:r>
            <a:r>
              <a:rPr b="0" lang="fr-FR" sz="4000" spc="-114" strike="noStrike">
                <a:solidFill>
                  <a:srgbClr val="d2523b"/>
                </a:solidFill>
                <a:latin typeface="Arial"/>
              </a:rPr>
              <a:t>ÉLECTRIQUE</a:t>
            </a:r>
            <a:r>
              <a:rPr b="0" lang="fr-FR" sz="4000" spc="-222" strike="noStrike">
                <a:solidFill>
                  <a:srgbClr val="d2523b"/>
                </a:solidFill>
                <a:latin typeface="Arial"/>
              </a:rPr>
              <a:t> </a:t>
            </a:r>
            <a:r>
              <a:rPr b="0" lang="fr-FR" sz="4000" spc="-80" strike="noStrike">
                <a:solidFill>
                  <a:srgbClr val="d2523b"/>
                </a:solidFill>
                <a:latin typeface="Arial"/>
              </a:rPr>
              <a:t>DE</a:t>
            </a:r>
            <a:r>
              <a:rPr b="0" lang="fr-FR" sz="4000" spc="-197" strike="noStrike">
                <a:solidFill>
                  <a:srgbClr val="d2523b"/>
                </a:solidFill>
                <a:latin typeface="Arial"/>
              </a:rPr>
              <a:t> </a:t>
            </a:r>
            <a:r>
              <a:rPr b="0" lang="fr-FR" sz="4000" spc="-114" strike="noStrike">
                <a:solidFill>
                  <a:srgbClr val="d2523b"/>
                </a:solidFill>
                <a:latin typeface="Arial"/>
              </a:rPr>
              <a:t>BÂTIMENTS</a:t>
            </a:r>
            <a:r>
              <a:rPr b="0" lang="fr-FR" sz="4000" spc="-222" strike="noStrike">
                <a:solidFill>
                  <a:srgbClr val="d2523b"/>
                </a:solidFill>
                <a:latin typeface="Arial"/>
              </a:rPr>
              <a:t> </a:t>
            </a:r>
            <a:r>
              <a:rPr b="0" lang="fr-FR" sz="4000" spc="-52" strike="noStrike">
                <a:solidFill>
                  <a:srgbClr val="d2523b"/>
                </a:solidFill>
                <a:latin typeface="Arial"/>
              </a:rPr>
              <a:t>»</a:t>
            </a:r>
            <a:endParaRPr b="0" lang="fr-FR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PlaceHolder 2"/>
          <p:cNvSpPr>
            <a:spLocks noGrp="1"/>
          </p:cNvSpPr>
          <p:nvPr>
            <p:ph type="subTitle"/>
          </p:nvPr>
        </p:nvSpPr>
        <p:spPr>
          <a:xfrm>
            <a:off x="764640" y="2873880"/>
            <a:ext cx="2926800" cy="3325320"/>
          </a:xfrm>
          <a:prstGeom prst="rect">
            <a:avLst/>
          </a:prstGeom>
          <a:noFill/>
          <a:ln w="0">
            <a:noFill/>
          </a:ln>
        </p:spPr>
        <p:txBody>
          <a:bodyPr lIns="0" rIns="0" tIns="12240" bIns="0" anchor="t">
            <a:noAutofit/>
          </a:bodyPr>
          <a:p>
            <a:pPr marL="12600" indent="0">
              <a:lnSpc>
                <a:spcPct val="120000"/>
              </a:lnSpc>
              <a:spcBef>
                <a:spcPts val="96"/>
              </a:spcBef>
              <a:buNone/>
              <a:tabLst>
                <a:tab algn="l" pos="0"/>
              </a:tabLst>
            </a:pPr>
            <a:r>
              <a:rPr b="0" lang="fr-FR" sz="2400" spc="-1" strike="noStrike">
                <a:solidFill>
                  <a:srgbClr val="56566d"/>
                </a:solidFill>
                <a:latin typeface="Arial"/>
              </a:rPr>
              <a:t>Soutenance</a:t>
            </a:r>
            <a:r>
              <a:rPr b="0" lang="fr-FR" sz="2400" spc="12" strike="noStrike">
                <a:solidFill>
                  <a:srgbClr val="56566d"/>
                </a:solidFill>
                <a:latin typeface="Arial"/>
              </a:rPr>
              <a:t> </a:t>
            </a:r>
            <a:r>
              <a:rPr b="0" lang="fr-FR" sz="2400" spc="-1" strike="noStrike">
                <a:solidFill>
                  <a:srgbClr val="56566d"/>
                </a:solidFill>
                <a:latin typeface="Arial"/>
              </a:rPr>
              <a:t>de</a:t>
            </a:r>
            <a:r>
              <a:rPr b="0" lang="fr-FR" sz="2400" spc="-7" strike="noStrike">
                <a:solidFill>
                  <a:srgbClr val="56566d"/>
                </a:solidFill>
                <a:latin typeface="Arial"/>
              </a:rPr>
              <a:t> </a:t>
            </a:r>
            <a:r>
              <a:rPr b="0" lang="fr-FR" sz="2400" spc="-12" strike="noStrike">
                <a:solidFill>
                  <a:srgbClr val="56566d"/>
                </a:solidFill>
                <a:latin typeface="Arial"/>
              </a:rPr>
              <a:t>projet </a:t>
            </a:r>
            <a:r>
              <a:rPr b="0" lang="fr-FR" sz="2400" spc="-21" strike="noStrike">
                <a:solidFill>
                  <a:srgbClr val="56566d"/>
                </a:solidFill>
                <a:latin typeface="Arial"/>
              </a:rPr>
              <a:t>2023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80" name="object 4" descr=""/>
          <p:cNvPicPr/>
          <p:nvPr/>
        </p:nvPicPr>
        <p:blipFill>
          <a:blip r:embed="rId1"/>
          <a:stretch/>
        </p:blipFill>
        <p:spPr>
          <a:xfrm>
            <a:off x="8100360" y="4585680"/>
            <a:ext cx="718200" cy="718200"/>
          </a:xfrm>
          <a:prstGeom prst="rect">
            <a:avLst/>
          </a:prstGeom>
          <a:ln w="0">
            <a:noFill/>
          </a:ln>
        </p:spPr>
      </p:pic>
      <p:sp>
        <p:nvSpPr>
          <p:cNvPr id="181" name="object 5"/>
          <p:cNvSpPr/>
          <p:nvPr/>
        </p:nvSpPr>
        <p:spPr>
          <a:xfrm>
            <a:off x="7700040" y="27000"/>
            <a:ext cx="12312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332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b="1" lang="fr-FR" sz="1400" spc="-1" strike="noStrike">
                <a:solidFill>
                  <a:srgbClr val="ffffff"/>
                </a:solidFill>
                <a:latin typeface="Arial"/>
                <a:ea typeface="DejaVu Sans"/>
              </a:rPr>
              <a:t>1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PlaceHolder 1"/>
          <p:cNvSpPr>
            <a:spLocks noGrp="1"/>
          </p:cNvSpPr>
          <p:nvPr>
            <p:ph type="title"/>
          </p:nvPr>
        </p:nvSpPr>
        <p:spPr>
          <a:xfrm>
            <a:off x="536040" y="526320"/>
            <a:ext cx="7740000" cy="965160"/>
          </a:xfrm>
          <a:prstGeom prst="rect">
            <a:avLst/>
          </a:prstGeom>
          <a:noFill/>
          <a:ln w="0">
            <a:noFill/>
          </a:ln>
        </p:spPr>
        <p:txBody>
          <a:bodyPr lIns="0" rIns="0" tIns="12240" bIns="0" anchor="t">
            <a:noAutofit/>
          </a:bodyPr>
          <a:p>
            <a:pPr marL="12600" indent="0">
              <a:lnSpc>
                <a:spcPct val="100000"/>
              </a:lnSpc>
              <a:spcBef>
                <a:spcPts val="96"/>
              </a:spcBef>
              <a:buNone/>
              <a:tabLst>
                <a:tab algn="l" pos="0"/>
              </a:tabLst>
            </a:pPr>
            <a:r>
              <a:rPr b="0" lang="fr-FR" sz="4000" spc="-92" strike="noStrike">
                <a:solidFill>
                  <a:srgbClr val="d2523b"/>
                </a:solidFill>
                <a:latin typeface="Arial"/>
              </a:rPr>
              <a:t>Sommaire</a:t>
            </a:r>
            <a:endParaRPr b="0" lang="fr-FR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object 3"/>
          <p:cNvSpPr/>
          <p:nvPr/>
        </p:nvSpPr>
        <p:spPr>
          <a:xfrm>
            <a:off x="536040" y="1357560"/>
            <a:ext cx="5763240" cy="358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240" bIns="0" anchor="t">
            <a:spAutoFit/>
          </a:bodyPr>
          <a:p>
            <a:pPr marL="527760" indent="-515520">
              <a:lnSpc>
                <a:spcPct val="100000"/>
              </a:lnSpc>
              <a:spcBef>
                <a:spcPts val="96"/>
              </a:spcBef>
              <a:buClr>
                <a:srgbClr val="92a199"/>
              </a:buClr>
              <a:buSzPct val="84000"/>
              <a:buFont typeface="OpenSymbol"/>
              <a:buAutoNum type="romanUcPeriod"/>
              <a:tabLst>
                <a:tab algn="l" pos="527760"/>
                <a:tab algn="l" pos="528480"/>
              </a:tabLst>
            </a:pPr>
            <a:r>
              <a:rPr b="0" lang="fr-FR" sz="2800" spc="-1" strike="noStrike">
                <a:solidFill>
                  <a:srgbClr val="292934"/>
                </a:solidFill>
                <a:latin typeface="Arial"/>
                <a:ea typeface="DejaVu Sans"/>
              </a:rPr>
              <a:t>Présentation</a:t>
            </a:r>
            <a:r>
              <a:rPr b="0" lang="fr-FR" sz="2800" spc="-7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800" spc="-1" strike="noStrike">
                <a:solidFill>
                  <a:srgbClr val="292934"/>
                </a:solidFill>
                <a:latin typeface="Arial"/>
                <a:ea typeface="DejaVu Sans"/>
              </a:rPr>
              <a:t>de</a:t>
            </a:r>
            <a:r>
              <a:rPr b="0" lang="fr-FR" sz="2800" spc="-7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800" spc="-1" strike="noStrike">
                <a:solidFill>
                  <a:srgbClr val="292934"/>
                </a:solidFill>
                <a:latin typeface="Arial"/>
                <a:ea typeface="DejaVu Sans"/>
              </a:rPr>
              <a:t>la</a:t>
            </a:r>
            <a:r>
              <a:rPr b="0" lang="fr-FR" sz="2800" spc="-7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800" spc="-12" strike="noStrike">
                <a:solidFill>
                  <a:srgbClr val="292934"/>
                </a:solidFill>
                <a:latin typeface="Arial"/>
                <a:ea typeface="DejaVu Sans"/>
              </a:rPr>
              <a:t>problématique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51"/>
              </a:spcBef>
              <a:tabLst>
                <a:tab algn="l" pos="527760"/>
                <a:tab algn="l" pos="528480"/>
              </a:tabLst>
            </a:pPr>
            <a:endParaRPr b="0" lang="fr-FR" sz="4050" spc="-1" strike="noStrike">
              <a:solidFill>
                <a:srgbClr val="000000"/>
              </a:solidFill>
              <a:latin typeface="Arial"/>
            </a:endParaRPr>
          </a:p>
          <a:p>
            <a:pPr marL="527760" indent="-515520">
              <a:lnSpc>
                <a:spcPct val="100000"/>
              </a:lnSpc>
              <a:buClr>
                <a:srgbClr val="92a199"/>
              </a:buClr>
              <a:buSzPct val="84000"/>
              <a:buFont typeface="Arial"/>
              <a:buAutoNum type="romanUcPeriod"/>
              <a:tabLst>
                <a:tab algn="l" pos="527760"/>
                <a:tab algn="l" pos="528480"/>
              </a:tabLst>
            </a:pPr>
            <a:r>
              <a:rPr b="0" lang="fr-FR" sz="2800" spc="-1" strike="noStrike">
                <a:solidFill>
                  <a:srgbClr val="292934"/>
                </a:solidFill>
                <a:latin typeface="Arial"/>
                <a:ea typeface="DejaVu Sans"/>
              </a:rPr>
              <a:t>Préparation</a:t>
            </a:r>
            <a:r>
              <a:rPr b="0" lang="fr-FR" sz="2800" spc="-5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800" spc="-1" strike="noStrike">
                <a:solidFill>
                  <a:srgbClr val="292934"/>
                </a:solidFill>
                <a:latin typeface="Arial"/>
                <a:ea typeface="DejaVu Sans"/>
              </a:rPr>
              <a:t>du</a:t>
            </a:r>
            <a:r>
              <a:rPr b="0" lang="fr-FR" sz="2800" spc="-5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800" spc="-1" strike="noStrike">
                <a:solidFill>
                  <a:srgbClr val="292934"/>
                </a:solidFill>
                <a:latin typeface="Arial"/>
                <a:ea typeface="DejaVu Sans"/>
              </a:rPr>
              <a:t>jeu</a:t>
            </a:r>
            <a:r>
              <a:rPr b="0" lang="fr-FR" sz="2800" spc="-6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800" spc="-1" strike="noStrike">
                <a:solidFill>
                  <a:srgbClr val="292934"/>
                </a:solidFill>
                <a:latin typeface="Arial"/>
                <a:ea typeface="DejaVu Sans"/>
              </a:rPr>
              <a:t>de</a:t>
            </a:r>
            <a:r>
              <a:rPr b="0" lang="fr-FR" sz="2800" spc="-6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800" spc="-12" strike="noStrike">
                <a:solidFill>
                  <a:srgbClr val="292934"/>
                </a:solidFill>
                <a:latin typeface="Arial"/>
                <a:ea typeface="DejaVu Sans"/>
              </a:rPr>
              <a:t>données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tabLst>
                <a:tab algn="l" pos="527760"/>
                <a:tab algn="l" pos="528480"/>
              </a:tabLst>
            </a:pPr>
            <a:endParaRPr b="0" lang="fr-FR" sz="4050" spc="-1" strike="noStrike">
              <a:solidFill>
                <a:srgbClr val="000000"/>
              </a:solidFill>
              <a:latin typeface="Arial"/>
            </a:endParaRPr>
          </a:p>
          <a:p>
            <a:pPr marL="527760" indent="-515520">
              <a:lnSpc>
                <a:spcPct val="100000"/>
              </a:lnSpc>
              <a:spcBef>
                <a:spcPts val="6"/>
              </a:spcBef>
              <a:buClr>
                <a:srgbClr val="92a199"/>
              </a:buClr>
              <a:buSzPct val="84000"/>
              <a:buFont typeface="Arial"/>
              <a:buAutoNum type="romanUcPeriod"/>
              <a:tabLst>
                <a:tab algn="l" pos="527760"/>
                <a:tab algn="l" pos="528480"/>
              </a:tabLst>
            </a:pPr>
            <a:r>
              <a:rPr b="0" lang="fr-FR" sz="2800" spc="-1" strike="noStrike">
                <a:solidFill>
                  <a:srgbClr val="292934"/>
                </a:solidFill>
                <a:latin typeface="Arial"/>
                <a:ea typeface="DejaVu Sans"/>
              </a:rPr>
              <a:t>Pistes</a:t>
            </a:r>
            <a:r>
              <a:rPr b="0" lang="fr-FR" sz="2800" spc="-60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800" spc="-1" strike="noStrike">
                <a:solidFill>
                  <a:srgbClr val="292934"/>
                </a:solidFill>
                <a:latin typeface="Arial"/>
                <a:ea typeface="DejaVu Sans"/>
              </a:rPr>
              <a:t>de</a:t>
            </a:r>
            <a:r>
              <a:rPr b="0" lang="fr-FR" sz="2800" spc="-5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800" spc="-12" strike="noStrike">
                <a:solidFill>
                  <a:srgbClr val="292934"/>
                </a:solidFill>
                <a:latin typeface="Arial"/>
                <a:ea typeface="DejaVu Sans"/>
              </a:rPr>
              <a:t>modélisations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tabLst>
                <a:tab algn="l" pos="527760"/>
                <a:tab algn="l" pos="528480"/>
              </a:tabLst>
            </a:pPr>
            <a:endParaRPr b="0" lang="fr-FR" sz="4050" spc="-1" strike="noStrike">
              <a:solidFill>
                <a:srgbClr val="000000"/>
              </a:solidFill>
              <a:latin typeface="Arial"/>
            </a:endParaRPr>
          </a:p>
          <a:p>
            <a:pPr marL="527760" indent="-515520">
              <a:lnSpc>
                <a:spcPct val="100000"/>
              </a:lnSpc>
              <a:buClr>
                <a:srgbClr val="92a199"/>
              </a:buClr>
              <a:buSzPct val="84000"/>
              <a:buFont typeface="Arial"/>
              <a:buAutoNum type="romanUcPeriod"/>
              <a:tabLst>
                <a:tab algn="l" pos="527760"/>
                <a:tab algn="l" pos="528480"/>
              </a:tabLst>
            </a:pPr>
            <a:r>
              <a:rPr b="0" lang="fr-FR" sz="2800" spc="-1" strike="noStrike">
                <a:solidFill>
                  <a:srgbClr val="292934"/>
                </a:solidFill>
                <a:latin typeface="Arial"/>
                <a:ea typeface="DejaVu Sans"/>
              </a:rPr>
              <a:t>Présentation</a:t>
            </a:r>
            <a:r>
              <a:rPr b="0" lang="fr-FR" sz="2800" spc="-97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800" spc="-1" strike="noStrike">
                <a:solidFill>
                  <a:srgbClr val="292934"/>
                </a:solidFill>
                <a:latin typeface="Arial"/>
                <a:ea typeface="DejaVu Sans"/>
              </a:rPr>
              <a:t>du</a:t>
            </a:r>
            <a:r>
              <a:rPr b="0" lang="fr-FR" sz="2800" spc="-9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800" spc="-1" strike="noStrike">
                <a:solidFill>
                  <a:srgbClr val="292934"/>
                </a:solidFill>
                <a:latin typeface="Arial"/>
                <a:ea typeface="DejaVu Sans"/>
              </a:rPr>
              <a:t>modèle</a:t>
            </a:r>
            <a:r>
              <a:rPr b="0" lang="fr-FR" sz="2800" spc="-7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800" spc="-12" strike="noStrike">
                <a:solidFill>
                  <a:srgbClr val="292934"/>
                </a:solidFill>
                <a:latin typeface="Arial"/>
                <a:ea typeface="DejaVu Sans"/>
              </a:rPr>
              <a:t>final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object 4"/>
          <p:cNvSpPr/>
          <p:nvPr/>
        </p:nvSpPr>
        <p:spPr>
          <a:xfrm>
            <a:off x="7700040" y="27000"/>
            <a:ext cx="12312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332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b="1" lang="fr-FR" sz="1400" spc="-1" strike="noStrike">
                <a:solidFill>
                  <a:srgbClr val="ffffff"/>
                </a:solidFill>
                <a:latin typeface="Arial"/>
                <a:ea typeface="DejaVu Sans"/>
              </a:rPr>
              <a:t>2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object 2"/>
          <p:cNvSpPr/>
          <p:nvPr/>
        </p:nvSpPr>
        <p:spPr>
          <a:xfrm>
            <a:off x="801000" y="2312280"/>
            <a:ext cx="7657560" cy="74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</a:pPr>
            <a:r>
              <a:rPr b="0" lang="fr-FR" sz="4800" spc="-1" strike="noStrike">
                <a:solidFill>
                  <a:srgbClr val="f3f1dc"/>
                </a:solidFill>
                <a:latin typeface="Arial"/>
                <a:ea typeface="DejaVu Sans"/>
              </a:rPr>
              <a:t>I</a:t>
            </a:r>
            <a:r>
              <a:rPr b="0" lang="fr-FR" sz="4800" spc="-202" strike="noStrike">
                <a:solidFill>
                  <a:srgbClr val="f3f1dc"/>
                </a:solidFill>
                <a:latin typeface="Arial"/>
                <a:ea typeface="DejaVu Sans"/>
              </a:rPr>
              <a:t> </a:t>
            </a:r>
            <a:r>
              <a:rPr b="0" lang="fr-FR" sz="4800" spc="-1" strike="noStrike">
                <a:solidFill>
                  <a:srgbClr val="f3f1dc"/>
                </a:solidFill>
                <a:latin typeface="Arial"/>
                <a:ea typeface="DejaVu Sans"/>
              </a:rPr>
              <a:t>-</a:t>
            </a:r>
            <a:r>
              <a:rPr b="0" lang="fr-FR" sz="4800" spc="-197" strike="noStrike">
                <a:solidFill>
                  <a:srgbClr val="f3f1dc"/>
                </a:solidFill>
                <a:latin typeface="Arial"/>
                <a:ea typeface="DejaVu Sans"/>
              </a:rPr>
              <a:t> </a:t>
            </a:r>
            <a:r>
              <a:rPr b="0" lang="fr-FR" sz="4800" spc="-120" strike="noStrike">
                <a:solidFill>
                  <a:srgbClr val="f3f1dc"/>
                </a:solidFill>
                <a:latin typeface="Arial"/>
                <a:ea typeface="DejaVu Sans"/>
              </a:rPr>
              <a:t>PROBLÉMATIQUE</a:t>
            </a:r>
            <a:endParaRPr b="0" lang="fr-FR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object 3"/>
          <p:cNvSpPr/>
          <p:nvPr/>
        </p:nvSpPr>
        <p:spPr>
          <a:xfrm>
            <a:off x="801000" y="3809160"/>
            <a:ext cx="4343040" cy="12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10000"/>
              </a:lnSpc>
              <a:spcBef>
                <a:spcPts val="99"/>
              </a:spcBef>
            </a:pPr>
            <a:r>
              <a:rPr b="0" lang="fr-FR" sz="2400" spc="-1" strike="noStrike">
                <a:solidFill>
                  <a:srgbClr val="f3f1dc"/>
                </a:solidFill>
                <a:latin typeface="Arial"/>
                <a:ea typeface="DejaVu Sans"/>
              </a:rPr>
              <a:t>Rappel de</a:t>
            </a:r>
            <a:r>
              <a:rPr b="0" lang="fr-FR" sz="2400" spc="-32" strike="noStrike">
                <a:solidFill>
                  <a:srgbClr val="f3f1dc"/>
                </a:solidFill>
                <a:latin typeface="Arial"/>
                <a:ea typeface="DejaVu Sans"/>
              </a:rPr>
              <a:t> </a:t>
            </a:r>
            <a:r>
              <a:rPr b="0" lang="fr-FR" sz="2400" spc="-1" strike="noStrike">
                <a:solidFill>
                  <a:srgbClr val="f3f1dc"/>
                </a:solidFill>
                <a:latin typeface="Arial"/>
                <a:ea typeface="DejaVu Sans"/>
              </a:rPr>
              <a:t>la</a:t>
            </a:r>
            <a:r>
              <a:rPr b="0" lang="fr-FR" sz="2400" spc="-35" strike="noStrike">
                <a:solidFill>
                  <a:srgbClr val="f3f1dc"/>
                </a:solidFill>
                <a:latin typeface="Arial"/>
                <a:ea typeface="DejaVu Sans"/>
              </a:rPr>
              <a:t> </a:t>
            </a:r>
            <a:r>
              <a:rPr b="0" lang="fr-FR" sz="2400" spc="-12" strike="noStrike">
                <a:solidFill>
                  <a:srgbClr val="f3f1dc"/>
                </a:solidFill>
                <a:latin typeface="Arial"/>
                <a:ea typeface="DejaVu Sans"/>
              </a:rPr>
              <a:t>problématique Interprétation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289"/>
              </a:spcBef>
            </a:pPr>
            <a:r>
              <a:rPr b="0" lang="fr-FR" sz="2400" spc="-1" strike="noStrike">
                <a:solidFill>
                  <a:srgbClr val="f3f1dc"/>
                </a:solidFill>
                <a:latin typeface="Arial"/>
                <a:ea typeface="DejaVu Sans"/>
              </a:rPr>
              <a:t>Pistes</a:t>
            </a:r>
            <a:r>
              <a:rPr b="0" lang="fr-FR" sz="2400" spc="-21" strike="noStrike">
                <a:solidFill>
                  <a:srgbClr val="f3f1dc"/>
                </a:solidFill>
                <a:latin typeface="Arial"/>
                <a:ea typeface="DejaVu Sans"/>
              </a:rPr>
              <a:t> </a:t>
            </a:r>
            <a:r>
              <a:rPr b="0" lang="fr-FR" sz="2400" spc="-1" strike="noStrike">
                <a:solidFill>
                  <a:srgbClr val="f3f1dc"/>
                </a:solidFill>
                <a:latin typeface="Arial"/>
                <a:ea typeface="DejaVu Sans"/>
              </a:rPr>
              <a:t>de</a:t>
            </a:r>
            <a:r>
              <a:rPr b="0" lang="fr-FR" sz="2400" spc="-12" strike="noStrike">
                <a:solidFill>
                  <a:srgbClr val="f3f1dc"/>
                </a:solidFill>
                <a:latin typeface="Arial"/>
                <a:ea typeface="DejaVu Sans"/>
              </a:rPr>
              <a:t> </a:t>
            </a:r>
            <a:r>
              <a:rPr b="0" lang="fr-FR" sz="2400" spc="-1" strike="noStrike">
                <a:solidFill>
                  <a:srgbClr val="f3f1dc"/>
                </a:solidFill>
                <a:latin typeface="Arial"/>
                <a:ea typeface="DejaVu Sans"/>
              </a:rPr>
              <a:t>recherche </a:t>
            </a:r>
            <a:r>
              <a:rPr b="0" lang="fr-FR" sz="2400" spc="-12" strike="noStrike">
                <a:solidFill>
                  <a:srgbClr val="f3f1dc"/>
                </a:solidFill>
                <a:latin typeface="Arial"/>
                <a:ea typeface="DejaVu Sans"/>
              </a:rPr>
              <a:t>envisagées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object 4"/>
          <p:cNvSpPr/>
          <p:nvPr/>
        </p:nvSpPr>
        <p:spPr>
          <a:xfrm>
            <a:off x="7700040" y="27000"/>
            <a:ext cx="12312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332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b="1" lang="fr-FR" sz="1400" spc="-1" strike="noStrike">
                <a:solidFill>
                  <a:srgbClr val="ffffff"/>
                </a:solidFill>
                <a:latin typeface="Arial"/>
                <a:ea typeface="DejaVu Sans"/>
              </a:rPr>
              <a:t>3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PlaceHolder 1"/>
          <p:cNvSpPr>
            <a:spLocks noGrp="1"/>
          </p:cNvSpPr>
          <p:nvPr>
            <p:ph type="title"/>
          </p:nvPr>
        </p:nvSpPr>
        <p:spPr>
          <a:xfrm>
            <a:off x="536040" y="526320"/>
            <a:ext cx="7740000" cy="965520"/>
          </a:xfrm>
          <a:prstGeom prst="rect">
            <a:avLst/>
          </a:prstGeom>
          <a:noFill/>
          <a:ln w="0">
            <a:noFill/>
          </a:ln>
        </p:spPr>
        <p:txBody>
          <a:bodyPr lIns="0" rIns="0" tIns="12600" bIns="0" anchor="t">
            <a:noAutofit/>
          </a:bodyPr>
          <a:p>
            <a:pPr marL="12600" indent="0">
              <a:lnSpc>
                <a:spcPct val="100000"/>
              </a:lnSpc>
              <a:spcBef>
                <a:spcPts val="99"/>
              </a:spcBef>
              <a:buNone/>
              <a:tabLst>
                <a:tab algn="l" pos="0"/>
              </a:tabLst>
            </a:pPr>
            <a:r>
              <a:rPr b="0" lang="fr-FR" sz="3600" spc="-100" strike="noStrike">
                <a:solidFill>
                  <a:srgbClr val="d2523b"/>
                </a:solidFill>
                <a:latin typeface="Arial"/>
              </a:rPr>
              <a:t>Présentation</a:t>
            </a:r>
            <a:r>
              <a:rPr b="0" lang="fr-FR" sz="3600" spc="-211" strike="noStrike">
                <a:solidFill>
                  <a:srgbClr val="d2523b"/>
                </a:solidFill>
                <a:latin typeface="Arial"/>
              </a:rPr>
              <a:t> </a:t>
            </a:r>
            <a:r>
              <a:rPr b="0" lang="fr-FR" sz="3600" spc="-52" strike="noStrike">
                <a:solidFill>
                  <a:srgbClr val="d2523b"/>
                </a:solidFill>
                <a:latin typeface="Arial"/>
              </a:rPr>
              <a:t>de</a:t>
            </a:r>
            <a:r>
              <a:rPr b="0" lang="fr-FR" sz="3600" spc="-171" strike="noStrike">
                <a:solidFill>
                  <a:srgbClr val="d2523b"/>
                </a:solidFill>
                <a:latin typeface="Arial"/>
              </a:rPr>
              <a:t> </a:t>
            </a:r>
            <a:r>
              <a:rPr b="0" lang="fr-FR" sz="3600" spc="-52" strike="noStrike">
                <a:solidFill>
                  <a:srgbClr val="d2523b"/>
                </a:solidFill>
                <a:latin typeface="Arial"/>
              </a:rPr>
              <a:t>la</a:t>
            </a:r>
            <a:r>
              <a:rPr b="0" lang="fr-FR" sz="3600" spc="-171" strike="noStrike">
                <a:solidFill>
                  <a:srgbClr val="d2523b"/>
                </a:solidFill>
                <a:latin typeface="Arial"/>
              </a:rPr>
              <a:t> </a:t>
            </a:r>
            <a:r>
              <a:rPr b="0" lang="fr-FR" sz="3600" spc="-92" strike="noStrike">
                <a:solidFill>
                  <a:srgbClr val="d2523b"/>
                </a:solidFill>
                <a:latin typeface="Arial"/>
              </a:rPr>
              <a:t>problématique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object 3"/>
          <p:cNvSpPr/>
          <p:nvPr/>
        </p:nvSpPr>
        <p:spPr>
          <a:xfrm>
            <a:off x="536040" y="1322280"/>
            <a:ext cx="7916760" cy="354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48960" bIns="0" anchor="t">
            <a:spAutoFit/>
          </a:bodyPr>
          <a:p>
            <a:pPr marL="195120" indent="-182880">
              <a:lnSpc>
                <a:spcPct val="90000"/>
              </a:lnSpc>
              <a:spcBef>
                <a:spcPts val="386"/>
              </a:spcBef>
              <a:buClr>
                <a:srgbClr val="92a199"/>
              </a:buClr>
              <a:buSzPct val="85000"/>
              <a:buFont typeface="Symbol"/>
              <a:buChar char=""/>
              <a:tabLst>
                <a:tab algn="l" pos="195480"/>
              </a:tabLst>
            </a:pPr>
            <a:r>
              <a:rPr b="0" lang="fr-FR" sz="2400" spc="-1" strike="noStrike">
                <a:solidFill>
                  <a:srgbClr val="292934"/>
                </a:solidFill>
                <a:latin typeface="Arial"/>
                <a:ea typeface="DejaVu Sans"/>
              </a:rPr>
              <a:t>Données</a:t>
            </a:r>
            <a:r>
              <a:rPr b="0" lang="fr-FR" sz="2400" spc="-1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400" spc="-1" strike="noStrike">
                <a:solidFill>
                  <a:srgbClr val="292934"/>
                </a:solidFill>
                <a:latin typeface="Arial"/>
                <a:ea typeface="DejaVu Sans"/>
              </a:rPr>
              <a:t>de</a:t>
            </a:r>
            <a:r>
              <a:rPr b="0" lang="fr-FR" sz="2400" spc="-3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400" spc="-1" strike="noStrike">
                <a:solidFill>
                  <a:srgbClr val="292934"/>
                </a:solidFill>
                <a:latin typeface="Arial"/>
                <a:ea typeface="DejaVu Sans"/>
              </a:rPr>
              <a:t>consommation</a:t>
            </a:r>
            <a:r>
              <a:rPr b="0" lang="fr-FR" sz="2400" spc="-1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400" spc="-1" strike="noStrike">
                <a:solidFill>
                  <a:srgbClr val="292934"/>
                </a:solidFill>
                <a:latin typeface="Arial"/>
                <a:ea typeface="DejaVu Sans"/>
              </a:rPr>
              <a:t>disponibles</a:t>
            </a:r>
            <a:r>
              <a:rPr b="0" lang="fr-FR" sz="2400" spc="21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400" spc="-1" strike="noStrike">
                <a:solidFill>
                  <a:srgbClr val="292934"/>
                </a:solidFill>
                <a:latin typeface="Arial"/>
                <a:ea typeface="DejaVu Sans"/>
              </a:rPr>
              <a:t>pour</a:t>
            </a:r>
            <a:r>
              <a:rPr b="0" lang="fr-FR" sz="2400" spc="-26" strike="noStrike">
                <a:solidFill>
                  <a:srgbClr val="292934"/>
                </a:solidFill>
                <a:latin typeface="Arial"/>
                <a:ea typeface="DejaVu Sans"/>
              </a:rPr>
              <a:t> les </a:t>
            </a:r>
            <a:r>
              <a:rPr b="0" lang="fr-FR" sz="2400" spc="-1" strike="noStrike">
                <a:solidFill>
                  <a:srgbClr val="292934"/>
                </a:solidFill>
                <a:latin typeface="Arial"/>
                <a:ea typeface="DejaVu Sans"/>
              </a:rPr>
              <a:t>bâtiments</a:t>
            </a:r>
            <a:r>
              <a:rPr b="0" lang="fr-FR" sz="2400" spc="-3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400" spc="-1" strike="noStrike">
                <a:solidFill>
                  <a:srgbClr val="292934"/>
                </a:solidFill>
                <a:latin typeface="Arial"/>
                <a:ea typeface="DejaVu Sans"/>
              </a:rPr>
              <a:t>de</a:t>
            </a:r>
            <a:r>
              <a:rPr b="0" lang="fr-FR" sz="2400" spc="-2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400" spc="-1" strike="noStrike">
                <a:solidFill>
                  <a:srgbClr val="292934"/>
                </a:solidFill>
                <a:latin typeface="Arial"/>
                <a:ea typeface="DejaVu Sans"/>
              </a:rPr>
              <a:t>la</a:t>
            </a:r>
            <a:r>
              <a:rPr b="0" lang="fr-FR" sz="2400" spc="-1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400" spc="-1" strike="noStrike">
                <a:solidFill>
                  <a:srgbClr val="292934"/>
                </a:solidFill>
                <a:latin typeface="Arial"/>
                <a:ea typeface="DejaVu Sans"/>
              </a:rPr>
              <a:t>ville</a:t>
            </a:r>
            <a:r>
              <a:rPr b="0" lang="fr-FR" sz="2400" spc="-1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400" spc="-1" strike="noStrike">
                <a:solidFill>
                  <a:srgbClr val="292934"/>
                </a:solidFill>
                <a:latin typeface="Arial"/>
                <a:ea typeface="DejaVu Sans"/>
              </a:rPr>
              <a:t>de</a:t>
            </a:r>
            <a:r>
              <a:rPr b="0" lang="fr-FR" sz="2400" spc="-7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400" spc="-1" strike="noStrike">
                <a:solidFill>
                  <a:srgbClr val="292934"/>
                </a:solidFill>
                <a:latin typeface="Arial"/>
                <a:ea typeface="DejaVu Sans"/>
              </a:rPr>
              <a:t>Seattle</a:t>
            </a:r>
            <a:r>
              <a:rPr b="0" lang="fr-FR" sz="2400" spc="-3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400" spc="-1" strike="noStrike">
                <a:solidFill>
                  <a:srgbClr val="292934"/>
                </a:solidFill>
                <a:latin typeface="Arial"/>
                <a:ea typeface="DejaVu Sans"/>
              </a:rPr>
              <a:t>pour</a:t>
            </a:r>
            <a:r>
              <a:rPr b="0" lang="fr-FR" sz="2400" spc="-2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400" spc="-1" strike="noStrike">
                <a:solidFill>
                  <a:srgbClr val="292934"/>
                </a:solidFill>
                <a:latin typeface="Arial"/>
                <a:ea typeface="DejaVu Sans"/>
              </a:rPr>
              <a:t>l’année</a:t>
            </a:r>
            <a:r>
              <a:rPr b="0" lang="fr-FR" sz="2400" spc="-1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400" spc="-21" strike="noStrike">
                <a:solidFill>
                  <a:srgbClr val="292934"/>
                </a:solidFill>
                <a:latin typeface="Arial"/>
                <a:ea typeface="DejaVu Sans"/>
              </a:rPr>
              <a:t>2016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195120" indent="-182880">
              <a:lnSpc>
                <a:spcPts val="2591"/>
              </a:lnSpc>
              <a:spcBef>
                <a:spcPts val="615"/>
              </a:spcBef>
              <a:buClr>
                <a:srgbClr val="92a199"/>
              </a:buClr>
              <a:buSzPct val="85000"/>
              <a:buFont typeface="Symbol"/>
              <a:buChar char=""/>
              <a:tabLst>
                <a:tab algn="l" pos="195480"/>
              </a:tabLst>
            </a:pPr>
            <a:r>
              <a:rPr b="0" lang="fr-FR" sz="2400" spc="-1" strike="noStrike">
                <a:solidFill>
                  <a:srgbClr val="292934"/>
                </a:solidFill>
                <a:latin typeface="Arial"/>
                <a:ea typeface="DejaVu Sans"/>
              </a:rPr>
              <a:t>Coût</a:t>
            </a:r>
            <a:r>
              <a:rPr b="0" lang="fr-FR" sz="2400" spc="-3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400" spc="-1" strike="noStrike">
                <a:solidFill>
                  <a:srgbClr val="292934"/>
                </a:solidFill>
                <a:latin typeface="Arial"/>
                <a:ea typeface="DejaVu Sans"/>
              </a:rPr>
              <a:t>important</a:t>
            </a:r>
            <a:r>
              <a:rPr b="0" lang="fr-FR" sz="2400" spc="-1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400" spc="-1" strike="noStrike">
                <a:solidFill>
                  <a:srgbClr val="292934"/>
                </a:solidFill>
                <a:latin typeface="Arial"/>
                <a:ea typeface="DejaVu Sans"/>
              </a:rPr>
              <a:t>d’obtention</a:t>
            </a:r>
            <a:r>
              <a:rPr b="0" lang="fr-FR" sz="2400" spc="-7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400" spc="-1" strike="noStrike">
                <a:solidFill>
                  <a:srgbClr val="292934"/>
                </a:solidFill>
                <a:latin typeface="Arial"/>
                <a:ea typeface="DejaVu Sans"/>
              </a:rPr>
              <a:t>des</a:t>
            </a:r>
            <a:r>
              <a:rPr b="0" lang="fr-FR" sz="2400" spc="-3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400" spc="-1" strike="noStrike">
                <a:solidFill>
                  <a:srgbClr val="292934"/>
                </a:solidFill>
                <a:latin typeface="Arial"/>
                <a:ea typeface="DejaVu Sans"/>
              </a:rPr>
              <a:t>relevés</a:t>
            </a:r>
            <a:r>
              <a:rPr b="0" lang="fr-FR" sz="2400" spc="-1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400" spc="-1" strike="noStrike">
                <a:solidFill>
                  <a:srgbClr val="292934"/>
                </a:solidFill>
                <a:latin typeface="Arial"/>
                <a:ea typeface="DejaVu Sans"/>
              </a:rPr>
              <a:t>/</a:t>
            </a:r>
            <a:r>
              <a:rPr b="0" lang="fr-FR" sz="2400" spc="-21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400" spc="-1" strike="noStrike">
                <a:solidFill>
                  <a:srgbClr val="292934"/>
                </a:solidFill>
                <a:latin typeface="Arial"/>
                <a:ea typeface="DejaVu Sans"/>
              </a:rPr>
              <a:t>fastidieuses</a:t>
            </a:r>
            <a:r>
              <a:rPr b="0" lang="fr-FR" sz="2400" spc="-1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400" spc="-52" strike="noStrike">
                <a:solidFill>
                  <a:srgbClr val="292934"/>
                </a:solidFill>
                <a:latin typeface="Arial"/>
                <a:ea typeface="DejaVu Sans"/>
              </a:rPr>
              <a:t>à </a:t>
            </a:r>
            <a:r>
              <a:rPr b="0" lang="fr-FR" sz="2400" spc="-12" strike="noStrike">
                <a:solidFill>
                  <a:srgbClr val="292934"/>
                </a:solidFill>
                <a:latin typeface="Arial"/>
                <a:ea typeface="DejaVu Sans"/>
              </a:rPr>
              <a:t>collecter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31"/>
              </a:spcBef>
              <a:tabLst>
                <a:tab algn="l" pos="195480"/>
              </a:tabLst>
            </a:pPr>
            <a:endParaRPr b="0" lang="fr-FR" sz="2950" spc="-1" strike="noStrike">
              <a:solidFill>
                <a:srgbClr val="000000"/>
              </a:solidFill>
              <a:latin typeface="Arial"/>
            </a:endParaRPr>
          </a:p>
          <a:p>
            <a:pPr marL="195480" indent="-182880">
              <a:lnSpc>
                <a:spcPct val="100000"/>
              </a:lnSpc>
              <a:buClr>
                <a:srgbClr val="92a199"/>
              </a:buClr>
              <a:buSzPct val="85000"/>
              <a:buFont typeface="Arial"/>
              <a:buChar char="•"/>
              <a:tabLst>
                <a:tab algn="l" pos="195480"/>
              </a:tabLst>
            </a:pPr>
            <a:r>
              <a:rPr b="0" lang="fr-FR" sz="2400" spc="-1" strike="noStrike">
                <a:solidFill>
                  <a:srgbClr val="292934"/>
                </a:solidFill>
                <a:latin typeface="Arial"/>
                <a:ea typeface="DejaVu Sans"/>
              </a:rPr>
              <a:t>La</a:t>
            </a:r>
            <a:r>
              <a:rPr b="0" lang="fr-FR" sz="2400" spc="-21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400" spc="-1" strike="noStrike">
                <a:solidFill>
                  <a:srgbClr val="292934"/>
                </a:solidFill>
                <a:latin typeface="Arial"/>
                <a:ea typeface="DejaVu Sans"/>
              </a:rPr>
              <a:t>mission</a:t>
            </a:r>
            <a:r>
              <a:rPr b="0" lang="fr-FR" sz="2400" spc="-1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400" spc="-52" strike="noStrike">
                <a:solidFill>
                  <a:srgbClr val="292934"/>
                </a:solidFill>
                <a:latin typeface="Arial"/>
                <a:ea typeface="DejaVu Sans"/>
              </a:rPr>
              <a:t>: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1" marL="469800" indent="-183600">
              <a:lnSpc>
                <a:spcPts val="2160"/>
              </a:lnSpc>
              <a:spcBef>
                <a:spcPts val="519"/>
              </a:spcBef>
              <a:buClr>
                <a:srgbClr val="92a199"/>
              </a:buClr>
              <a:buSzPct val="85000"/>
              <a:buFont typeface="Symbol"/>
              <a:buChar char=""/>
              <a:tabLst>
                <a:tab algn="l" pos="470520"/>
              </a:tabLst>
            </a:pPr>
            <a:r>
              <a:rPr b="0" lang="fr-FR" sz="2000" spc="-1" strike="noStrike">
                <a:solidFill>
                  <a:srgbClr val="292934"/>
                </a:solidFill>
                <a:latin typeface="Arial"/>
                <a:ea typeface="DejaVu Sans"/>
              </a:rPr>
              <a:t>Prédire</a:t>
            </a:r>
            <a:r>
              <a:rPr b="0" lang="fr-FR" sz="2000" spc="-4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000" spc="-1" strike="noStrike">
                <a:solidFill>
                  <a:srgbClr val="292934"/>
                </a:solidFill>
                <a:latin typeface="Arial"/>
                <a:ea typeface="DejaVu Sans"/>
              </a:rPr>
              <a:t>les</a:t>
            </a:r>
            <a:r>
              <a:rPr b="0" lang="fr-FR" sz="2000" spc="-7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000" spc="-1" strike="noStrike">
                <a:solidFill>
                  <a:srgbClr val="292934"/>
                </a:solidFill>
                <a:latin typeface="Arial"/>
                <a:ea typeface="DejaVu Sans"/>
              </a:rPr>
              <a:t>émissions</a:t>
            </a:r>
            <a:r>
              <a:rPr b="0" lang="fr-FR" sz="2000" spc="-5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000" spc="-1" strike="noStrike">
                <a:solidFill>
                  <a:srgbClr val="292934"/>
                </a:solidFill>
                <a:latin typeface="Arial"/>
                <a:ea typeface="DejaVu Sans"/>
              </a:rPr>
              <a:t>de</a:t>
            </a:r>
            <a:r>
              <a:rPr b="0" lang="fr-FR" sz="2000" spc="-2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000" spc="-1" strike="noStrike">
                <a:solidFill>
                  <a:srgbClr val="292934"/>
                </a:solidFill>
                <a:latin typeface="Arial"/>
                <a:ea typeface="DejaVu Sans"/>
              </a:rPr>
              <a:t>CO2</a:t>
            </a:r>
            <a:r>
              <a:rPr b="0" lang="fr-FR" sz="2000" spc="-3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000" spc="-1" strike="noStrike">
                <a:solidFill>
                  <a:srgbClr val="292934"/>
                </a:solidFill>
                <a:latin typeface="Arial"/>
                <a:ea typeface="DejaVu Sans"/>
              </a:rPr>
              <a:t>et</a:t>
            </a:r>
            <a:r>
              <a:rPr b="0" lang="fr-FR" sz="2000" spc="-3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000" spc="-1" strike="noStrike">
                <a:solidFill>
                  <a:srgbClr val="292934"/>
                </a:solidFill>
                <a:latin typeface="Arial"/>
                <a:ea typeface="DejaVu Sans"/>
              </a:rPr>
              <a:t>la</a:t>
            </a:r>
            <a:r>
              <a:rPr b="0" lang="fr-FR" sz="2000" spc="-1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000" spc="-1" strike="noStrike">
                <a:solidFill>
                  <a:srgbClr val="292934"/>
                </a:solidFill>
                <a:latin typeface="Arial"/>
                <a:ea typeface="DejaVu Sans"/>
              </a:rPr>
              <a:t>consommation</a:t>
            </a:r>
            <a:r>
              <a:rPr b="0" lang="fr-FR" sz="2000" spc="-5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000" spc="-1" strike="noStrike">
                <a:solidFill>
                  <a:srgbClr val="292934"/>
                </a:solidFill>
                <a:latin typeface="Arial"/>
                <a:ea typeface="DejaVu Sans"/>
              </a:rPr>
              <a:t>totale</a:t>
            </a:r>
            <a:r>
              <a:rPr b="0" lang="fr-FR" sz="2000" spc="-2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000" spc="-12" strike="noStrike">
                <a:solidFill>
                  <a:srgbClr val="292934"/>
                </a:solidFill>
                <a:latin typeface="Arial"/>
                <a:ea typeface="DejaVu Sans"/>
              </a:rPr>
              <a:t>d’énergie </a:t>
            </a:r>
            <a:r>
              <a:rPr b="0" lang="fr-FR" sz="2000" spc="-1" strike="noStrike" u="sng">
                <a:solidFill>
                  <a:srgbClr val="292934"/>
                </a:solidFill>
                <a:uFill>
                  <a:solidFill>
                    <a:srgbClr val="292934"/>
                  </a:solidFill>
                </a:uFill>
                <a:latin typeface="Arial"/>
                <a:ea typeface="DejaVu Sans"/>
              </a:rPr>
              <a:t>sans</a:t>
            </a:r>
            <a:r>
              <a:rPr b="0" lang="fr-FR" sz="2000" spc="-35" strike="noStrike" u="sng">
                <a:solidFill>
                  <a:srgbClr val="292934"/>
                </a:solidFill>
                <a:uFill>
                  <a:solidFill>
                    <a:srgbClr val="292934"/>
                  </a:solidFill>
                </a:uFill>
                <a:latin typeface="Arial"/>
                <a:ea typeface="DejaVu Sans"/>
              </a:rPr>
              <a:t> </a:t>
            </a:r>
            <a:r>
              <a:rPr b="0" lang="fr-FR" sz="2000" spc="-1" strike="noStrike" u="sng">
                <a:solidFill>
                  <a:srgbClr val="292934"/>
                </a:solidFill>
                <a:uFill>
                  <a:solidFill>
                    <a:srgbClr val="292934"/>
                  </a:solidFill>
                </a:uFill>
                <a:latin typeface="Arial"/>
                <a:ea typeface="DejaVu Sans"/>
              </a:rPr>
              <a:t>les</a:t>
            </a:r>
            <a:r>
              <a:rPr b="0" lang="fr-FR" sz="2000" spc="-26" strike="noStrike" u="sng">
                <a:solidFill>
                  <a:srgbClr val="292934"/>
                </a:solidFill>
                <a:uFill>
                  <a:solidFill>
                    <a:srgbClr val="292934"/>
                  </a:solidFill>
                </a:uFill>
                <a:latin typeface="Arial"/>
                <a:ea typeface="DejaVu Sans"/>
              </a:rPr>
              <a:t> </a:t>
            </a:r>
            <a:r>
              <a:rPr b="0" lang="fr-FR" sz="2000" spc="-1" strike="noStrike" u="sng">
                <a:solidFill>
                  <a:srgbClr val="292934"/>
                </a:solidFill>
                <a:uFill>
                  <a:solidFill>
                    <a:srgbClr val="292934"/>
                  </a:solidFill>
                </a:uFill>
                <a:latin typeface="Arial"/>
                <a:ea typeface="DejaVu Sans"/>
              </a:rPr>
              <a:t>relevés</a:t>
            </a:r>
            <a:r>
              <a:rPr b="0" lang="fr-FR" sz="2000" spc="-26" strike="noStrike" u="sng">
                <a:solidFill>
                  <a:srgbClr val="292934"/>
                </a:solidFill>
                <a:uFill>
                  <a:solidFill>
                    <a:srgbClr val="292934"/>
                  </a:solidFill>
                </a:uFill>
                <a:latin typeface="Arial"/>
                <a:ea typeface="DejaVu Sans"/>
              </a:rPr>
              <a:t> </a:t>
            </a:r>
            <a:r>
              <a:rPr b="0" lang="fr-FR" sz="2000" spc="-12" strike="noStrike" u="sng">
                <a:solidFill>
                  <a:srgbClr val="292934"/>
                </a:solidFill>
                <a:uFill>
                  <a:solidFill>
                    <a:srgbClr val="292934"/>
                  </a:solidFill>
                </a:uFill>
                <a:latin typeface="Arial"/>
                <a:ea typeface="DejaVu Sans"/>
              </a:rPr>
              <a:t>annuels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469800" indent="-184320">
              <a:lnSpc>
                <a:spcPct val="100000"/>
              </a:lnSpc>
              <a:spcBef>
                <a:spcPts val="210"/>
              </a:spcBef>
              <a:buClr>
                <a:srgbClr val="92a199"/>
              </a:buClr>
              <a:buSzPct val="85000"/>
              <a:buFont typeface="Symbol"/>
              <a:buChar char=""/>
              <a:tabLst>
                <a:tab algn="l" pos="470520"/>
              </a:tabLst>
            </a:pPr>
            <a:r>
              <a:rPr b="0" lang="fr-FR" sz="2000" spc="-1" strike="noStrike">
                <a:solidFill>
                  <a:srgbClr val="292934"/>
                </a:solidFill>
                <a:latin typeface="Arial"/>
                <a:ea typeface="DejaVu Sans"/>
              </a:rPr>
              <a:t>Evaluer</a:t>
            </a:r>
            <a:r>
              <a:rPr b="0" lang="fr-FR" sz="2000" spc="-6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000" spc="-1" strike="noStrike">
                <a:solidFill>
                  <a:srgbClr val="292934"/>
                </a:solidFill>
                <a:latin typeface="Arial"/>
                <a:ea typeface="DejaVu Sans"/>
              </a:rPr>
              <a:t>l’intérêt</a:t>
            </a:r>
            <a:r>
              <a:rPr b="0" lang="fr-FR" sz="2000" spc="-5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000" spc="-1" strike="noStrike">
                <a:solidFill>
                  <a:srgbClr val="292934"/>
                </a:solidFill>
                <a:latin typeface="Arial"/>
                <a:ea typeface="DejaVu Sans"/>
              </a:rPr>
              <a:t>de</a:t>
            </a:r>
            <a:r>
              <a:rPr b="0" lang="fr-FR" sz="2000" spc="-60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000" spc="-1" strike="noStrike">
                <a:solidFill>
                  <a:srgbClr val="292934"/>
                </a:solidFill>
                <a:latin typeface="Arial"/>
                <a:ea typeface="DejaVu Sans"/>
              </a:rPr>
              <a:t>l’ENERGY</a:t>
            </a:r>
            <a:r>
              <a:rPr b="0" lang="fr-FR" sz="2000" spc="-7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000" spc="-12" strike="noStrike">
                <a:solidFill>
                  <a:srgbClr val="292934"/>
                </a:solidFill>
                <a:latin typeface="Arial"/>
                <a:ea typeface="DejaVu Sans"/>
              </a:rPr>
              <a:t>STAR</a:t>
            </a:r>
            <a:r>
              <a:rPr b="0" lang="fr-FR" sz="2000" spc="-4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000" spc="-12" strike="noStrike">
                <a:solidFill>
                  <a:srgbClr val="292934"/>
                </a:solidFill>
                <a:latin typeface="Arial"/>
                <a:ea typeface="DejaVu Sans"/>
              </a:rPr>
              <a:t>Score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469800" indent="-184320">
              <a:lnSpc>
                <a:spcPct val="100000"/>
              </a:lnSpc>
              <a:spcBef>
                <a:spcPts val="241"/>
              </a:spcBef>
              <a:buClr>
                <a:srgbClr val="92a199"/>
              </a:buClr>
              <a:buSzPct val="85000"/>
              <a:buFont typeface="Symbol"/>
              <a:buChar char=""/>
              <a:tabLst>
                <a:tab algn="l" pos="470520"/>
              </a:tabLst>
            </a:pPr>
            <a:r>
              <a:rPr b="0" lang="fr-FR" sz="2000" spc="-1" strike="noStrike">
                <a:solidFill>
                  <a:srgbClr val="292934"/>
                </a:solidFill>
                <a:latin typeface="Arial"/>
                <a:ea typeface="DejaVu Sans"/>
              </a:rPr>
              <a:t>Mettre</a:t>
            </a:r>
            <a:r>
              <a:rPr b="0" lang="fr-FR" sz="2000" spc="-5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000" spc="-1" strike="noStrike">
                <a:solidFill>
                  <a:srgbClr val="292934"/>
                </a:solidFill>
                <a:latin typeface="Arial"/>
                <a:ea typeface="DejaVu Sans"/>
              </a:rPr>
              <a:t>en</a:t>
            </a:r>
            <a:r>
              <a:rPr b="0" lang="fr-FR" sz="2000" spc="-2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000" spc="-1" strike="noStrike">
                <a:solidFill>
                  <a:srgbClr val="292934"/>
                </a:solidFill>
                <a:latin typeface="Arial"/>
                <a:ea typeface="DejaVu Sans"/>
              </a:rPr>
              <a:t>place</a:t>
            </a:r>
            <a:r>
              <a:rPr b="0" lang="fr-FR" sz="2000" spc="-2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000" spc="-1" strike="noStrike">
                <a:solidFill>
                  <a:srgbClr val="292934"/>
                </a:solidFill>
                <a:latin typeface="Arial"/>
                <a:ea typeface="DejaVu Sans"/>
              </a:rPr>
              <a:t>un</a:t>
            </a:r>
            <a:r>
              <a:rPr b="0" lang="fr-FR" sz="2000" spc="-3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000" spc="-1" strike="noStrike">
                <a:solidFill>
                  <a:srgbClr val="292934"/>
                </a:solidFill>
                <a:latin typeface="Arial"/>
                <a:ea typeface="DejaVu Sans"/>
              </a:rPr>
              <a:t>modèle</a:t>
            </a:r>
            <a:r>
              <a:rPr b="0" lang="fr-FR" sz="2000" spc="-3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000" spc="-1" strike="noStrike">
                <a:solidFill>
                  <a:srgbClr val="292934"/>
                </a:solidFill>
                <a:latin typeface="Arial"/>
                <a:ea typeface="DejaVu Sans"/>
              </a:rPr>
              <a:t>de</a:t>
            </a:r>
            <a:r>
              <a:rPr b="0" lang="fr-FR" sz="2000" spc="-2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000" spc="-1" strike="noStrike">
                <a:solidFill>
                  <a:srgbClr val="292934"/>
                </a:solidFill>
                <a:latin typeface="Arial"/>
                <a:ea typeface="DejaVu Sans"/>
              </a:rPr>
              <a:t>prédiction</a:t>
            </a:r>
            <a:r>
              <a:rPr b="0" lang="fr-FR" sz="2000" spc="-41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000" spc="-12" strike="noStrike">
                <a:solidFill>
                  <a:srgbClr val="292934"/>
                </a:solidFill>
                <a:latin typeface="Arial"/>
                <a:ea typeface="DejaVu Sans"/>
              </a:rPr>
              <a:t>réutilisable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90" name="object 4" descr=""/>
          <p:cNvPicPr/>
          <p:nvPr/>
        </p:nvPicPr>
        <p:blipFill>
          <a:blip r:embed="rId1"/>
          <a:stretch/>
        </p:blipFill>
        <p:spPr>
          <a:xfrm>
            <a:off x="7255800" y="625320"/>
            <a:ext cx="1581840" cy="458640"/>
          </a:xfrm>
          <a:prstGeom prst="rect">
            <a:avLst/>
          </a:prstGeom>
          <a:ln w="0">
            <a:noFill/>
          </a:ln>
        </p:spPr>
      </p:pic>
      <p:sp>
        <p:nvSpPr>
          <p:cNvPr id="191" name="object 5"/>
          <p:cNvSpPr/>
          <p:nvPr/>
        </p:nvSpPr>
        <p:spPr>
          <a:xfrm>
            <a:off x="7700040" y="27000"/>
            <a:ext cx="12312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332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b="1" lang="fr-FR" sz="1400" spc="-1" strike="noStrike">
                <a:solidFill>
                  <a:srgbClr val="ffffff"/>
                </a:solidFill>
                <a:latin typeface="Arial"/>
                <a:ea typeface="DejaVu Sans"/>
              </a:rPr>
              <a:t>4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PlaceHolder 1"/>
          <p:cNvSpPr>
            <a:spLocks noGrp="1"/>
          </p:cNvSpPr>
          <p:nvPr>
            <p:ph type="title"/>
          </p:nvPr>
        </p:nvSpPr>
        <p:spPr>
          <a:xfrm>
            <a:off x="536040" y="526320"/>
            <a:ext cx="7740000" cy="965520"/>
          </a:xfrm>
          <a:prstGeom prst="rect">
            <a:avLst/>
          </a:prstGeom>
          <a:noFill/>
          <a:ln w="0">
            <a:noFill/>
          </a:ln>
        </p:spPr>
        <p:txBody>
          <a:bodyPr lIns="0" rIns="0" tIns="12600" bIns="0" anchor="t">
            <a:noAutofit/>
          </a:bodyPr>
          <a:p>
            <a:pPr marL="12600" indent="0">
              <a:lnSpc>
                <a:spcPct val="100000"/>
              </a:lnSpc>
              <a:spcBef>
                <a:spcPts val="99"/>
              </a:spcBef>
              <a:buNone/>
              <a:tabLst>
                <a:tab algn="l" pos="0"/>
              </a:tabLst>
            </a:pPr>
            <a:r>
              <a:rPr b="0" lang="fr-FR" sz="3600" spc="-100" strike="noStrike">
                <a:solidFill>
                  <a:srgbClr val="d2523b"/>
                </a:solidFill>
                <a:latin typeface="Arial"/>
              </a:rPr>
              <a:t>Interprétation</a:t>
            </a:r>
            <a:r>
              <a:rPr b="0" lang="fr-FR" sz="3600" spc="-205" strike="noStrike">
                <a:solidFill>
                  <a:srgbClr val="d2523b"/>
                </a:solidFill>
                <a:latin typeface="Arial"/>
              </a:rPr>
              <a:t> </a:t>
            </a:r>
            <a:r>
              <a:rPr b="0" lang="fr-FR" sz="3600" spc="-52" strike="noStrike">
                <a:solidFill>
                  <a:srgbClr val="d2523b"/>
                </a:solidFill>
                <a:latin typeface="Arial"/>
              </a:rPr>
              <a:t>de</a:t>
            </a:r>
            <a:r>
              <a:rPr b="0" lang="fr-FR" sz="3600" spc="-171" strike="noStrike">
                <a:solidFill>
                  <a:srgbClr val="d2523b"/>
                </a:solidFill>
                <a:latin typeface="Arial"/>
              </a:rPr>
              <a:t> </a:t>
            </a:r>
            <a:r>
              <a:rPr b="0" lang="fr-FR" sz="3600" spc="-55" strike="noStrike">
                <a:solidFill>
                  <a:srgbClr val="d2523b"/>
                </a:solidFill>
                <a:latin typeface="Arial"/>
              </a:rPr>
              <a:t>la</a:t>
            </a:r>
            <a:r>
              <a:rPr b="0" lang="fr-FR" sz="3600" spc="-177" strike="noStrike">
                <a:solidFill>
                  <a:srgbClr val="d2523b"/>
                </a:solidFill>
                <a:latin typeface="Arial"/>
              </a:rPr>
              <a:t> </a:t>
            </a:r>
            <a:r>
              <a:rPr b="0" lang="fr-FR" sz="3600" spc="-92" strike="noStrike">
                <a:solidFill>
                  <a:srgbClr val="d2523b"/>
                </a:solidFill>
                <a:latin typeface="Arial"/>
              </a:rPr>
              <a:t>problématique</a:t>
            </a:r>
            <a:endParaRPr b="0" lang="fr-FR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object 3"/>
          <p:cNvSpPr/>
          <p:nvPr/>
        </p:nvSpPr>
        <p:spPr>
          <a:xfrm>
            <a:off x="536040" y="1286280"/>
            <a:ext cx="8053920" cy="400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85680" bIns="0" anchor="t">
            <a:spAutoFit/>
          </a:bodyPr>
          <a:p>
            <a:pPr marL="195480" indent="-182880">
              <a:lnSpc>
                <a:spcPct val="100000"/>
              </a:lnSpc>
              <a:spcBef>
                <a:spcPts val="675"/>
              </a:spcBef>
              <a:buClr>
                <a:srgbClr val="92a199"/>
              </a:buClr>
              <a:buSzPct val="85000"/>
              <a:buFont typeface="Symbol"/>
              <a:buChar char=""/>
              <a:tabLst>
                <a:tab algn="l" pos="195480"/>
              </a:tabLst>
            </a:pPr>
            <a:r>
              <a:rPr b="0" lang="fr-FR" sz="2400" spc="-12" strike="noStrike">
                <a:solidFill>
                  <a:srgbClr val="292934"/>
                </a:solidFill>
                <a:latin typeface="Arial"/>
                <a:ea typeface="DejaVu Sans"/>
              </a:rPr>
              <a:t>Prévision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1" marL="469800" indent="-183600">
              <a:lnSpc>
                <a:spcPct val="100000"/>
              </a:lnSpc>
              <a:spcBef>
                <a:spcPts val="485"/>
              </a:spcBef>
              <a:buClr>
                <a:srgbClr val="92a199"/>
              </a:buClr>
              <a:buSzPct val="85000"/>
              <a:buFont typeface="Symbol"/>
              <a:buChar char=""/>
              <a:tabLst>
                <a:tab algn="l" pos="470520"/>
              </a:tabLst>
            </a:pPr>
            <a:r>
              <a:rPr b="0" lang="fr-FR" sz="2000" spc="-1" strike="noStrike">
                <a:solidFill>
                  <a:srgbClr val="292934"/>
                </a:solidFill>
                <a:latin typeface="Arial"/>
                <a:ea typeface="DejaVu Sans"/>
              </a:rPr>
              <a:t>Features:</a:t>
            </a:r>
            <a:r>
              <a:rPr b="0" lang="fr-FR" sz="2000" spc="-7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000" spc="-1" strike="noStrike">
                <a:solidFill>
                  <a:srgbClr val="292934"/>
                </a:solidFill>
                <a:latin typeface="Arial"/>
                <a:ea typeface="DejaVu Sans"/>
              </a:rPr>
              <a:t>caractéristiques</a:t>
            </a:r>
            <a:r>
              <a:rPr b="0" lang="fr-FR" sz="2000" spc="-7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000" spc="-1" strike="noStrike">
                <a:solidFill>
                  <a:srgbClr val="292934"/>
                </a:solidFill>
                <a:latin typeface="Arial"/>
                <a:ea typeface="DejaVu Sans"/>
              </a:rPr>
              <a:t>intrinsèques</a:t>
            </a:r>
            <a:r>
              <a:rPr b="0" lang="fr-FR" sz="2000" spc="-5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000" spc="-1" strike="noStrike">
                <a:solidFill>
                  <a:srgbClr val="292934"/>
                </a:solidFill>
                <a:latin typeface="Arial"/>
                <a:ea typeface="DejaVu Sans"/>
              </a:rPr>
              <a:t>des</a:t>
            </a:r>
            <a:r>
              <a:rPr b="0" lang="fr-FR" sz="2000" spc="-3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000" spc="-1" strike="noStrike">
                <a:solidFill>
                  <a:srgbClr val="292934"/>
                </a:solidFill>
                <a:latin typeface="Arial"/>
                <a:ea typeface="DejaVu Sans"/>
              </a:rPr>
              <a:t>bâtiments</a:t>
            </a:r>
            <a:r>
              <a:rPr b="0" lang="fr-FR" sz="2000" spc="-4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000" spc="-12" strike="noStrike">
                <a:solidFill>
                  <a:srgbClr val="292934"/>
                </a:solidFill>
                <a:latin typeface="Arial"/>
                <a:ea typeface="DejaVu Sans"/>
              </a:rPr>
              <a:t>(hors consommations)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469800" indent="-184320">
              <a:lnSpc>
                <a:spcPct val="100000"/>
              </a:lnSpc>
              <a:spcBef>
                <a:spcPts val="479"/>
              </a:spcBef>
              <a:buClr>
                <a:srgbClr val="92a199"/>
              </a:buClr>
              <a:buSzPct val="85000"/>
              <a:buFont typeface="Symbol"/>
              <a:buChar char=""/>
              <a:tabLst>
                <a:tab algn="l" pos="470520"/>
              </a:tabLst>
            </a:pPr>
            <a:r>
              <a:rPr b="0" lang="fr-FR" sz="2000" spc="-1" strike="noStrike">
                <a:solidFill>
                  <a:srgbClr val="292934"/>
                </a:solidFill>
                <a:latin typeface="Arial"/>
                <a:ea typeface="DejaVu Sans"/>
              </a:rPr>
              <a:t>Données</a:t>
            </a:r>
            <a:r>
              <a:rPr b="0" lang="fr-FR" sz="2000" spc="-3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000" spc="-1" strike="noStrike">
                <a:solidFill>
                  <a:srgbClr val="292934"/>
                </a:solidFill>
                <a:latin typeface="Arial"/>
                <a:ea typeface="DejaVu Sans"/>
              </a:rPr>
              <a:t>à</a:t>
            </a:r>
            <a:r>
              <a:rPr b="0" lang="fr-FR" sz="2000" spc="-2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000" spc="-12" strike="noStrike">
                <a:solidFill>
                  <a:srgbClr val="292934"/>
                </a:solidFill>
                <a:latin typeface="Arial"/>
                <a:ea typeface="DejaVu Sans"/>
              </a:rPr>
              <a:t>prédire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2" marL="744120" indent="-183600">
              <a:lnSpc>
                <a:spcPct val="100000"/>
              </a:lnSpc>
              <a:spcBef>
                <a:spcPts val="439"/>
              </a:spcBef>
              <a:buClr>
                <a:srgbClr val="92a199"/>
              </a:buClr>
              <a:buSzPct val="89000"/>
              <a:buFont typeface="Symbol"/>
              <a:buChar char=""/>
              <a:tabLst>
                <a:tab algn="l" pos="744840"/>
              </a:tabLst>
            </a:pPr>
            <a:r>
              <a:rPr b="0" lang="fr-FR" sz="1800" spc="-1" strike="noStrike">
                <a:solidFill>
                  <a:srgbClr val="292934"/>
                </a:solidFill>
                <a:latin typeface="Arial"/>
                <a:ea typeface="DejaVu Sans"/>
              </a:rPr>
              <a:t>Consommation</a:t>
            </a:r>
            <a:r>
              <a:rPr b="0" lang="fr-FR" sz="1800" spc="-1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800" spc="-1" strike="noStrike">
                <a:solidFill>
                  <a:srgbClr val="292934"/>
                </a:solidFill>
                <a:latin typeface="Arial"/>
                <a:ea typeface="DejaVu Sans"/>
              </a:rPr>
              <a:t>totale</a:t>
            </a:r>
            <a:r>
              <a:rPr b="0" lang="fr-FR" sz="1800" spc="-3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800" spc="-1" strike="noStrike">
                <a:solidFill>
                  <a:srgbClr val="292934"/>
                </a:solidFill>
                <a:latin typeface="Arial"/>
                <a:ea typeface="DejaVu Sans"/>
              </a:rPr>
              <a:t>des</a:t>
            </a:r>
            <a:r>
              <a:rPr b="0" lang="fr-FR" sz="1800" spc="-1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800" spc="-1" strike="noStrike">
                <a:solidFill>
                  <a:srgbClr val="292934"/>
                </a:solidFill>
                <a:latin typeface="Arial"/>
                <a:ea typeface="DejaVu Sans"/>
              </a:rPr>
              <a:t>bâtiments</a:t>
            </a:r>
            <a:r>
              <a:rPr b="0" lang="fr-FR" sz="1800" spc="-2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i="1" lang="fr-FR" sz="1800" spc="-12" strike="noStrike">
                <a:solidFill>
                  <a:srgbClr val="00afef"/>
                </a:solidFill>
                <a:latin typeface="Arial"/>
                <a:ea typeface="DejaVu Sans"/>
              </a:rPr>
              <a:t>SiteEnergyUseWN(kBtu)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lvl="2" marL="744120" indent="-183600">
              <a:lnSpc>
                <a:spcPct val="100000"/>
              </a:lnSpc>
              <a:spcBef>
                <a:spcPts val="434"/>
              </a:spcBef>
              <a:buClr>
                <a:srgbClr val="92a199"/>
              </a:buClr>
              <a:buSzPct val="89000"/>
              <a:buFont typeface="Symbol"/>
              <a:buChar char=""/>
              <a:tabLst>
                <a:tab algn="l" pos="744840"/>
              </a:tabLst>
            </a:pPr>
            <a:r>
              <a:rPr b="0" lang="fr-FR" sz="1800" spc="-1" strike="noStrike">
                <a:solidFill>
                  <a:srgbClr val="292934"/>
                </a:solidFill>
                <a:latin typeface="Arial"/>
                <a:ea typeface="DejaVu Sans"/>
              </a:rPr>
              <a:t>Emissions</a:t>
            </a:r>
            <a:r>
              <a:rPr b="0" lang="fr-FR" sz="1800" spc="-2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800" spc="-1" strike="noStrike">
                <a:solidFill>
                  <a:srgbClr val="292934"/>
                </a:solidFill>
                <a:latin typeface="Arial"/>
                <a:ea typeface="DejaVu Sans"/>
              </a:rPr>
              <a:t>totales</a:t>
            </a:r>
            <a:r>
              <a:rPr b="0" lang="fr-FR" sz="1800" spc="-21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800" spc="-1" strike="noStrike">
                <a:solidFill>
                  <a:srgbClr val="292934"/>
                </a:solidFill>
                <a:latin typeface="Arial"/>
                <a:ea typeface="DejaVu Sans"/>
              </a:rPr>
              <a:t>des</a:t>
            </a:r>
            <a:r>
              <a:rPr b="0" lang="fr-FR" sz="1800" spc="-1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800" spc="-1" strike="noStrike">
                <a:solidFill>
                  <a:srgbClr val="292934"/>
                </a:solidFill>
                <a:latin typeface="Arial"/>
                <a:ea typeface="DejaVu Sans"/>
              </a:rPr>
              <a:t>bâtiments</a:t>
            </a:r>
            <a:r>
              <a:rPr b="0" lang="fr-FR" sz="1800" spc="-1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i="1" lang="fr-FR" sz="1800" spc="-12" strike="noStrike">
                <a:solidFill>
                  <a:srgbClr val="00afef"/>
                </a:solidFill>
                <a:latin typeface="Arial"/>
                <a:ea typeface="DejaVu Sans"/>
              </a:rPr>
              <a:t>TotalGHGEmissions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927000">
              <a:lnSpc>
                <a:spcPct val="100000"/>
              </a:lnSpc>
              <a:spcBef>
                <a:spcPts val="471"/>
              </a:spcBef>
              <a:tabLst>
                <a:tab algn="l" pos="744840"/>
              </a:tabLst>
            </a:pPr>
            <a:r>
              <a:rPr b="0" i="1" lang="fr-FR" sz="2000" spc="-1" strike="noStrike">
                <a:solidFill>
                  <a:srgbClr val="00afef"/>
                </a:solidFill>
                <a:latin typeface="Arial"/>
                <a:ea typeface="DejaVu Sans"/>
              </a:rPr>
              <a:t>=&gt;</a:t>
            </a:r>
            <a:r>
              <a:rPr b="0" i="1" lang="fr-FR" sz="2000" spc="-26" strike="noStrike">
                <a:solidFill>
                  <a:srgbClr val="00afef"/>
                </a:solidFill>
                <a:latin typeface="Arial"/>
                <a:ea typeface="DejaVu Sans"/>
              </a:rPr>
              <a:t> </a:t>
            </a:r>
            <a:r>
              <a:rPr b="0" i="1" lang="fr-FR" sz="2000" spc="-1" strike="noStrike">
                <a:solidFill>
                  <a:srgbClr val="00afef"/>
                </a:solidFill>
                <a:latin typeface="Arial"/>
                <a:ea typeface="DejaVu Sans"/>
              </a:rPr>
              <a:t>2</a:t>
            </a:r>
            <a:r>
              <a:rPr b="0" i="1" lang="fr-FR" sz="2000" spc="-21" strike="noStrike">
                <a:solidFill>
                  <a:srgbClr val="00afef"/>
                </a:solidFill>
                <a:latin typeface="Arial"/>
                <a:ea typeface="DejaVu Sans"/>
              </a:rPr>
              <a:t> </a:t>
            </a:r>
            <a:r>
              <a:rPr b="0" i="1" lang="fr-FR" sz="2000" spc="-1" strike="noStrike">
                <a:solidFill>
                  <a:srgbClr val="00afef"/>
                </a:solidFill>
                <a:latin typeface="Arial"/>
                <a:ea typeface="DejaVu Sans"/>
              </a:rPr>
              <a:t>modèles</a:t>
            </a:r>
            <a:r>
              <a:rPr b="0" i="1" lang="fr-FR" sz="2000" spc="-21" strike="noStrike">
                <a:solidFill>
                  <a:srgbClr val="00afef"/>
                </a:solidFill>
                <a:latin typeface="Arial"/>
                <a:ea typeface="DejaVu Sans"/>
              </a:rPr>
              <a:t> </a:t>
            </a:r>
            <a:r>
              <a:rPr b="0" i="1" lang="fr-FR" sz="2000" spc="-12" strike="noStrike">
                <a:solidFill>
                  <a:srgbClr val="00afef"/>
                </a:solidFill>
                <a:latin typeface="Arial"/>
                <a:ea typeface="DejaVu Sans"/>
              </a:rPr>
              <a:t>différents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marL="927000">
              <a:lnSpc>
                <a:spcPct val="100000"/>
              </a:lnSpc>
              <a:spcBef>
                <a:spcPts val="6"/>
              </a:spcBef>
              <a:tabLst>
                <a:tab algn="l" pos="744840"/>
              </a:tabLst>
            </a:pPr>
            <a:endParaRPr b="0" lang="fr-FR" sz="3000" spc="-1" strike="noStrike">
              <a:solidFill>
                <a:srgbClr val="000000"/>
              </a:solidFill>
              <a:latin typeface="Arial"/>
            </a:endParaRPr>
          </a:p>
          <a:p>
            <a:pPr marL="195480" indent="-182880">
              <a:lnSpc>
                <a:spcPct val="100000"/>
              </a:lnSpc>
              <a:buClr>
                <a:srgbClr val="92a199"/>
              </a:buClr>
              <a:buSzPct val="85000"/>
              <a:buFont typeface="Symbol"/>
              <a:buChar char=""/>
              <a:tabLst>
                <a:tab algn="l" pos="195480"/>
              </a:tabLst>
            </a:pPr>
            <a:r>
              <a:rPr b="0" lang="fr-FR" sz="2400" spc="-1" strike="noStrike">
                <a:solidFill>
                  <a:srgbClr val="292934"/>
                </a:solidFill>
                <a:latin typeface="Arial"/>
                <a:ea typeface="DejaVu Sans"/>
              </a:rPr>
              <a:t>ENERGY</a:t>
            </a:r>
            <a:r>
              <a:rPr b="0" lang="fr-FR" sz="2400" spc="-12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400" spc="-21" strike="noStrike">
                <a:solidFill>
                  <a:srgbClr val="292934"/>
                </a:solidFill>
                <a:latin typeface="Arial"/>
                <a:ea typeface="DejaVu Sans"/>
              </a:rPr>
              <a:t>STAR</a:t>
            </a:r>
            <a:r>
              <a:rPr b="0" lang="fr-FR" sz="2400" spc="-7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400" spc="-1" strike="noStrike">
                <a:solidFill>
                  <a:srgbClr val="292934"/>
                </a:solidFill>
                <a:latin typeface="Arial"/>
                <a:ea typeface="DejaVu Sans"/>
              </a:rPr>
              <a:t>Score</a:t>
            </a:r>
            <a:r>
              <a:rPr b="0" lang="fr-FR" sz="2400" spc="-80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400" spc="-52" strike="noStrike">
                <a:solidFill>
                  <a:srgbClr val="292934"/>
                </a:solidFill>
                <a:latin typeface="Arial"/>
                <a:ea typeface="DejaVu Sans"/>
              </a:rPr>
              <a:t>: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1" marL="469800" indent="-184320">
              <a:lnSpc>
                <a:spcPct val="100000"/>
              </a:lnSpc>
              <a:spcBef>
                <a:spcPts val="485"/>
              </a:spcBef>
              <a:buClr>
                <a:srgbClr val="92a199"/>
              </a:buClr>
              <a:buSzPct val="85000"/>
              <a:buFont typeface="Symbol"/>
              <a:buChar char=""/>
              <a:tabLst>
                <a:tab algn="l" pos="470520"/>
              </a:tabLst>
            </a:pPr>
            <a:r>
              <a:rPr b="0" lang="fr-FR" sz="2000" spc="-1" strike="noStrike">
                <a:solidFill>
                  <a:srgbClr val="292934"/>
                </a:solidFill>
                <a:latin typeface="Arial"/>
                <a:ea typeface="DejaVu Sans"/>
              </a:rPr>
              <a:t>Comparaison</a:t>
            </a:r>
            <a:r>
              <a:rPr b="0" lang="fr-FR" sz="2000" spc="-5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000" spc="-1" strike="noStrike">
                <a:solidFill>
                  <a:srgbClr val="292934"/>
                </a:solidFill>
                <a:latin typeface="Arial"/>
                <a:ea typeface="DejaVu Sans"/>
              </a:rPr>
              <a:t>de</a:t>
            </a:r>
            <a:r>
              <a:rPr b="0" lang="fr-FR" sz="2000" spc="-21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000" spc="-1" strike="noStrike">
                <a:solidFill>
                  <a:srgbClr val="292934"/>
                </a:solidFill>
                <a:latin typeface="Arial"/>
                <a:ea typeface="DejaVu Sans"/>
              </a:rPr>
              <a:t>son</a:t>
            </a:r>
            <a:r>
              <a:rPr b="0" lang="fr-FR" sz="2000" spc="-41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000" spc="-1" strike="noStrike">
                <a:solidFill>
                  <a:srgbClr val="292934"/>
                </a:solidFill>
                <a:latin typeface="Arial"/>
                <a:ea typeface="DejaVu Sans"/>
              </a:rPr>
              <a:t>intérêt</a:t>
            </a:r>
            <a:r>
              <a:rPr b="0" lang="fr-FR" sz="2000" spc="-2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000" spc="-1" strike="noStrike">
                <a:solidFill>
                  <a:srgbClr val="292934"/>
                </a:solidFill>
                <a:latin typeface="Arial"/>
                <a:ea typeface="DejaVu Sans"/>
              </a:rPr>
              <a:t>en</a:t>
            </a:r>
            <a:r>
              <a:rPr b="0" lang="fr-FR" sz="2000" spc="-2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000" spc="-1" strike="noStrike">
                <a:solidFill>
                  <a:srgbClr val="292934"/>
                </a:solidFill>
                <a:latin typeface="Arial"/>
                <a:ea typeface="DejaVu Sans"/>
              </a:rPr>
              <a:t>essayant</a:t>
            </a:r>
            <a:r>
              <a:rPr b="0" lang="fr-FR" sz="2000" spc="-5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000" spc="-1" strike="noStrike">
                <a:solidFill>
                  <a:srgbClr val="292934"/>
                </a:solidFill>
                <a:latin typeface="Arial"/>
                <a:ea typeface="DejaVu Sans"/>
              </a:rPr>
              <a:t>de</a:t>
            </a:r>
            <a:r>
              <a:rPr b="0" lang="fr-FR" sz="2000" spc="-1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000" spc="-1" strike="noStrike">
                <a:solidFill>
                  <a:srgbClr val="292934"/>
                </a:solidFill>
                <a:latin typeface="Arial"/>
                <a:ea typeface="DejaVu Sans"/>
              </a:rPr>
              <a:t>modéliser</a:t>
            </a:r>
            <a:r>
              <a:rPr b="0" lang="fr-FR" sz="2000" spc="-4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000" spc="-1" strike="noStrike">
                <a:solidFill>
                  <a:srgbClr val="292934"/>
                </a:solidFill>
                <a:latin typeface="Arial"/>
                <a:ea typeface="DejaVu Sans"/>
              </a:rPr>
              <a:t>avec</a:t>
            </a:r>
            <a:r>
              <a:rPr b="0" lang="fr-FR" sz="2000" spc="-2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000" spc="-1" strike="noStrike">
                <a:solidFill>
                  <a:srgbClr val="292934"/>
                </a:solidFill>
                <a:latin typeface="Arial"/>
                <a:ea typeface="DejaVu Sans"/>
              </a:rPr>
              <a:t>et</a:t>
            </a:r>
            <a:r>
              <a:rPr b="0" lang="fr-FR" sz="2000" spc="-1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000" spc="-21" strike="noStrike">
                <a:solidFill>
                  <a:srgbClr val="292934"/>
                </a:solidFill>
                <a:latin typeface="Arial"/>
                <a:ea typeface="DejaVu Sans"/>
              </a:rPr>
              <a:t>sans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object 4"/>
          <p:cNvSpPr/>
          <p:nvPr/>
        </p:nvSpPr>
        <p:spPr>
          <a:xfrm>
            <a:off x="7700040" y="27000"/>
            <a:ext cx="12312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332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b="1" lang="fr-FR" sz="1400" spc="-1" strike="noStrike">
                <a:solidFill>
                  <a:srgbClr val="ffffff"/>
                </a:solidFill>
                <a:latin typeface="Arial"/>
                <a:ea typeface="DejaVu Sans"/>
              </a:rPr>
              <a:t>5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95" name="object 5" descr=""/>
          <p:cNvPicPr/>
          <p:nvPr/>
        </p:nvPicPr>
        <p:blipFill>
          <a:blip r:embed="rId1"/>
          <a:stretch/>
        </p:blipFill>
        <p:spPr>
          <a:xfrm>
            <a:off x="7255800" y="625320"/>
            <a:ext cx="1581840" cy="4586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object 2"/>
          <p:cNvSpPr/>
          <p:nvPr/>
        </p:nvSpPr>
        <p:spPr>
          <a:xfrm>
            <a:off x="801000" y="2264400"/>
            <a:ext cx="7413840" cy="147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</a:pPr>
            <a:r>
              <a:rPr b="0" lang="fr-FR" sz="4800" spc="-1" strike="noStrike">
                <a:solidFill>
                  <a:srgbClr val="f3f1dc"/>
                </a:solidFill>
                <a:latin typeface="Arial"/>
                <a:ea typeface="DejaVu Sans"/>
              </a:rPr>
              <a:t>II</a:t>
            </a:r>
            <a:r>
              <a:rPr b="0" lang="fr-FR" sz="4800" spc="-270" strike="noStrike">
                <a:solidFill>
                  <a:srgbClr val="f3f1dc"/>
                </a:solidFill>
                <a:latin typeface="Arial"/>
                <a:ea typeface="DejaVu Sans"/>
              </a:rPr>
              <a:t> </a:t>
            </a:r>
            <a:r>
              <a:rPr b="0" lang="fr-FR" sz="4800" spc="-1" strike="noStrike">
                <a:solidFill>
                  <a:srgbClr val="f3f1dc"/>
                </a:solidFill>
                <a:latin typeface="Arial"/>
                <a:ea typeface="DejaVu Sans"/>
              </a:rPr>
              <a:t>–</a:t>
            </a:r>
            <a:r>
              <a:rPr b="0" lang="fr-FR" sz="4800" spc="-222" strike="noStrike">
                <a:solidFill>
                  <a:srgbClr val="f3f1dc"/>
                </a:solidFill>
                <a:latin typeface="Arial"/>
                <a:ea typeface="DejaVu Sans"/>
              </a:rPr>
              <a:t> </a:t>
            </a:r>
            <a:r>
              <a:rPr b="0" lang="fr-FR" sz="4800" spc="-165" strike="noStrike">
                <a:solidFill>
                  <a:srgbClr val="f3f1dc"/>
                </a:solidFill>
                <a:latin typeface="Arial"/>
                <a:ea typeface="DejaVu Sans"/>
              </a:rPr>
              <a:t>PRÉPARATION</a:t>
            </a:r>
            <a:r>
              <a:rPr b="0" lang="fr-FR" sz="4800" spc="-231" strike="noStrike">
                <a:solidFill>
                  <a:srgbClr val="f3f1dc"/>
                </a:solidFill>
                <a:latin typeface="Arial"/>
                <a:ea typeface="DejaVu Sans"/>
              </a:rPr>
              <a:t> </a:t>
            </a:r>
            <a:r>
              <a:rPr b="0" lang="fr-FR" sz="4800" spc="-1" strike="noStrike">
                <a:solidFill>
                  <a:srgbClr val="f3f1dc"/>
                </a:solidFill>
                <a:latin typeface="Arial"/>
                <a:ea typeface="DejaVu Sans"/>
              </a:rPr>
              <a:t>DU</a:t>
            </a:r>
            <a:r>
              <a:rPr b="0" lang="fr-FR" sz="4800" spc="-250" strike="noStrike">
                <a:solidFill>
                  <a:srgbClr val="f3f1dc"/>
                </a:solidFill>
                <a:latin typeface="Arial"/>
                <a:ea typeface="DejaVu Sans"/>
              </a:rPr>
              <a:t> </a:t>
            </a:r>
            <a:r>
              <a:rPr b="0" lang="fr-FR" sz="4800" spc="-60" strike="noStrike">
                <a:solidFill>
                  <a:srgbClr val="f3f1dc"/>
                </a:solidFill>
                <a:latin typeface="Arial"/>
                <a:ea typeface="DejaVu Sans"/>
              </a:rPr>
              <a:t>JEU </a:t>
            </a:r>
            <a:r>
              <a:rPr b="0" lang="fr-FR" sz="4800" spc="-12" strike="noStrike">
                <a:solidFill>
                  <a:srgbClr val="f3f1dc"/>
                </a:solidFill>
                <a:latin typeface="Arial"/>
                <a:ea typeface="DejaVu Sans"/>
              </a:rPr>
              <a:t>DE</a:t>
            </a:r>
            <a:r>
              <a:rPr b="0" lang="fr-FR" sz="4800" spc="-321" strike="noStrike">
                <a:solidFill>
                  <a:srgbClr val="f3f1dc"/>
                </a:solidFill>
                <a:latin typeface="Arial"/>
                <a:ea typeface="DejaVu Sans"/>
              </a:rPr>
              <a:t> </a:t>
            </a:r>
            <a:r>
              <a:rPr b="0" lang="fr-FR" sz="4800" spc="-12" strike="noStrike">
                <a:solidFill>
                  <a:srgbClr val="f3f1dc"/>
                </a:solidFill>
                <a:latin typeface="Arial"/>
                <a:ea typeface="DejaVu Sans"/>
              </a:rPr>
              <a:t>DONNÉES</a:t>
            </a:r>
            <a:endParaRPr b="0" lang="fr-FR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object 3"/>
          <p:cNvSpPr/>
          <p:nvPr/>
        </p:nvSpPr>
        <p:spPr>
          <a:xfrm>
            <a:off x="801000" y="3809160"/>
            <a:ext cx="2749680" cy="123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48960" bIns="0" anchor="t">
            <a:spAutoFit/>
          </a:bodyPr>
          <a:p>
            <a:pPr marL="12600">
              <a:lnSpc>
                <a:spcPct val="100000"/>
              </a:lnSpc>
              <a:spcBef>
                <a:spcPts val="386"/>
              </a:spcBef>
            </a:pPr>
            <a:r>
              <a:rPr b="0" lang="fr-FR" sz="2400" spc="-12" strike="noStrike">
                <a:solidFill>
                  <a:srgbClr val="f3f1dc"/>
                </a:solidFill>
                <a:latin typeface="Arial"/>
                <a:ea typeface="DejaVu Sans"/>
              </a:rPr>
              <a:t>Cleaning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12600">
              <a:lnSpc>
                <a:spcPts val="3169"/>
              </a:lnSpc>
              <a:spcBef>
                <a:spcPts val="99"/>
              </a:spcBef>
            </a:pPr>
            <a:r>
              <a:rPr b="0" lang="fr-FR" sz="2400" spc="-1" strike="noStrike">
                <a:solidFill>
                  <a:srgbClr val="f3f1dc"/>
                </a:solidFill>
                <a:latin typeface="Arial"/>
                <a:ea typeface="DejaVu Sans"/>
              </a:rPr>
              <a:t>Feature</a:t>
            </a:r>
            <a:r>
              <a:rPr b="0" lang="fr-FR" sz="2400" spc="-7" strike="noStrike">
                <a:solidFill>
                  <a:srgbClr val="f3f1dc"/>
                </a:solidFill>
                <a:latin typeface="Arial"/>
                <a:ea typeface="DejaVu Sans"/>
              </a:rPr>
              <a:t> </a:t>
            </a:r>
            <a:r>
              <a:rPr b="0" lang="fr-FR" sz="2400" spc="-12" strike="noStrike">
                <a:solidFill>
                  <a:srgbClr val="f3f1dc"/>
                </a:solidFill>
                <a:latin typeface="Arial"/>
                <a:ea typeface="DejaVu Sans"/>
              </a:rPr>
              <a:t>engineering Exploration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object 4"/>
          <p:cNvSpPr/>
          <p:nvPr/>
        </p:nvSpPr>
        <p:spPr>
          <a:xfrm>
            <a:off x="7700040" y="27000"/>
            <a:ext cx="12312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332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b="1" lang="fr-FR" sz="1400" spc="-1" strike="noStrike">
                <a:solidFill>
                  <a:srgbClr val="ffffff"/>
                </a:solidFill>
                <a:latin typeface="Arial"/>
                <a:ea typeface="DejaVu Sans"/>
              </a:rPr>
              <a:t>6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PlaceHolder 1"/>
          <p:cNvSpPr>
            <a:spLocks noGrp="1"/>
          </p:cNvSpPr>
          <p:nvPr>
            <p:ph type="title"/>
          </p:nvPr>
        </p:nvSpPr>
        <p:spPr>
          <a:xfrm>
            <a:off x="536040" y="526320"/>
            <a:ext cx="7740000" cy="965160"/>
          </a:xfrm>
          <a:prstGeom prst="rect">
            <a:avLst/>
          </a:prstGeom>
          <a:noFill/>
          <a:ln w="0">
            <a:noFill/>
          </a:ln>
        </p:spPr>
        <p:txBody>
          <a:bodyPr lIns="0" rIns="0" tIns="12240" bIns="0" anchor="t">
            <a:noAutofit/>
          </a:bodyPr>
          <a:p>
            <a:pPr marL="12600" indent="0">
              <a:lnSpc>
                <a:spcPct val="100000"/>
              </a:lnSpc>
              <a:spcBef>
                <a:spcPts val="96"/>
              </a:spcBef>
              <a:buNone/>
              <a:tabLst>
                <a:tab algn="l" pos="0"/>
              </a:tabLst>
            </a:pPr>
            <a:r>
              <a:rPr b="0" lang="fr-FR" sz="4000" spc="-92" strike="noStrike">
                <a:solidFill>
                  <a:srgbClr val="d2523b"/>
                </a:solidFill>
                <a:latin typeface="Arial"/>
              </a:rPr>
              <a:t>Cleaning</a:t>
            </a:r>
            <a:endParaRPr b="0" lang="fr-FR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object 3"/>
          <p:cNvSpPr/>
          <p:nvPr/>
        </p:nvSpPr>
        <p:spPr>
          <a:xfrm>
            <a:off x="258120" y="1308960"/>
            <a:ext cx="6373080" cy="279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332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b="1" lang="fr-FR" sz="1700" spc="-1" strike="noStrike">
                <a:solidFill>
                  <a:srgbClr val="292934"/>
                </a:solidFill>
                <a:latin typeface="Arial"/>
                <a:ea typeface="DejaVu Sans"/>
              </a:rPr>
              <a:t>Défauts</a:t>
            </a:r>
            <a:r>
              <a:rPr b="1" lang="fr-FR" sz="1700" spc="-3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1" lang="fr-FR" sz="1700" spc="-1" strike="noStrike">
                <a:solidFill>
                  <a:srgbClr val="292934"/>
                </a:solidFill>
                <a:latin typeface="Arial"/>
                <a:ea typeface="DejaVu Sans"/>
              </a:rPr>
              <a:t>» du</a:t>
            </a:r>
            <a:r>
              <a:rPr b="1" lang="fr-FR" sz="1700" spc="-7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1" lang="fr-FR" sz="1700" spc="-1" strike="noStrike">
                <a:solidFill>
                  <a:srgbClr val="292934"/>
                </a:solidFill>
                <a:latin typeface="Arial"/>
                <a:ea typeface="DejaVu Sans"/>
              </a:rPr>
              <a:t>jeu de données</a:t>
            </a:r>
            <a:r>
              <a:rPr b="1" lang="fr-FR" sz="1700" spc="-1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1" lang="fr-FR" sz="1700" spc="-12" strike="noStrike">
                <a:solidFill>
                  <a:srgbClr val="292934"/>
                </a:solidFill>
                <a:latin typeface="Arial"/>
                <a:ea typeface="DejaVu Sans"/>
              </a:rPr>
              <a:t>initial:</a:t>
            </a:r>
            <a:endParaRPr b="0" lang="fr-FR" sz="1700" spc="-1" strike="noStrike">
              <a:solidFill>
                <a:srgbClr val="000000"/>
              </a:solidFill>
              <a:latin typeface="Arial"/>
            </a:endParaRPr>
          </a:p>
          <a:p>
            <a:pPr marL="195480" indent="-182880">
              <a:lnSpc>
                <a:spcPts val="1834"/>
              </a:lnSpc>
              <a:buClr>
                <a:srgbClr val="92a199"/>
              </a:buClr>
              <a:buSzPct val="85000"/>
              <a:buFont typeface="Symbol"/>
              <a:buChar char=""/>
              <a:tabLst>
                <a:tab algn="l" pos="195480"/>
              </a:tabLst>
            </a:pPr>
            <a:r>
              <a:rPr b="0" lang="fr-FR" sz="1700" spc="-1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endParaRPr b="0" lang="fr-FR" sz="1700" spc="-1" strike="noStrike">
              <a:solidFill>
                <a:srgbClr val="000000"/>
              </a:solidFill>
              <a:latin typeface="Arial"/>
            </a:endParaRPr>
          </a:p>
          <a:p>
            <a:pPr marL="195480" indent="-182880">
              <a:lnSpc>
                <a:spcPts val="1834"/>
              </a:lnSpc>
              <a:buClr>
                <a:srgbClr val="92a199"/>
              </a:buClr>
              <a:buSzPct val="85000"/>
              <a:buFont typeface="Symbol"/>
              <a:buChar char=""/>
              <a:tabLst>
                <a:tab algn="l" pos="195480"/>
              </a:tabLst>
            </a:pPr>
            <a:r>
              <a:rPr b="0" lang="fr-FR" sz="1700" spc="-1" strike="noStrike">
                <a:solidFill>
                  <a:srgbClr val="292934"/>
                </a:solidFill>
                <a:latin typeface="Arial"/>
                <a:ea typeface="DejaVu Sans"/>
              </a:rPr>
              <a:t>NaN</a:t>
            </a:r>
            <a:r>
              <a:rPr b="0" lang="fr-FR" sz="1700" spc="-21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700" spc="-52" strike="noStrike">
                <a:solidFill>
                  <a:srgbClr val="292934"/>
                </a:solidFill>
                <a:latin typeface="Arial"/>
                <a:ea typeface="DejaVu Sans"/>
              </a:rPr>
              <a:t>:</a:t>
            </a:r>
            <a:endParaRPr b="0" lang="fr-FR" sz="1700" spc="-1" strike="noStrike">
              <a:solidFill>
                <a:srgbClr val="000000"/>
              </a:solidFill>
              <a:latin typeface="Arial"/>
            </a:endParaRPr>
          </a:p>
          <a:p>
            <a:pPr lvl="1" marL="469440" indent="-182160">
              <a:lnSpc>
                <a:spcPts val="1511"/>
              </a:lnSpc>
              <a:buClr>
                <a:srgbClr val="92a199"/>
              </a:buClr>
              <a:buSzPct val="82000"/>
              <a:buFont typeface="Symbol"/>
              <a:buChar char=""/>
              <a:tabLst>
                <a:tab algn="l" pos="469440"/>
                <a:tab algn="l" pos="469800"/>
              </a:tabLst>
            </a:pPr>
            <a:r>
              <a:rPr b="0" lang="fr-FR" sz="1400" spc="-1" strike="noStrike">
                <a:solidFill>
                  <a:srgbClr val="292934"/>
                </a:solidFill>
                <a:latin typeface="Arial"/>
                <a:ea typeface="DejaVu Sans"/>
              </a:rPr>
              <a:t>complétion</a:t>
            </a:r>
            <a:r>
              <a:rPr b="0" lang="fr-FR" sz="1400" spc="-7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292934"/>
                </a:solidFill>
                <a:latin typeface="Arial"/>
                <a:ea typeface="DejaVu Sans"/>
              </a:rPr>
              <a:t>des</a:t>
            </a:r>
            <a:r>
              <a:rPr b="0" lang="fr-FR" sz="1400" spc="-3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292934"/>
                </a:solidFill>
                <a:latin typeface="Arial"/>
                <a:ea typeface="DejaVu Sans"/>
              </a:rPr>
              <a:t>valeurs</a:t>
            </a:r>
            <a:r>
              <a:rPr b="0" lang="fr-FR" sz="1400" spc="-3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400" spc="-12" strike="noStrike">
                <a:solidFill>
                  <a:srgbClr val="292934"/>
                </a:solidFill>
                <a:latin typeface="Arial"/>
                <a:ea typeface="DejaVu Sans"/>
              </a:rPr>
              <a:t>manquantes</a:t>
            </a:r>
            <a:r>
              <a:rPr b="0" lang="fr-FR" sz="1400" spc="-5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292934"/>
                </a:solidFill>
                <a:latin typeface="Arial"/>
                <a:ea typeface="DejaVu Sans"/>
              </a:rPr>
              <a:t>quand</a:t>
            </a:r>
            <a:r>
              <a:rPr b="0" lang="fr-FR" sz="1400" spc="-5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292934"/>
                </a:solidFill>
                <a:latin typeface="Arial"/>
                <a:ea typeface="DejaVu Sans"/>
              </a:rPr>
              <a:t>applicable</a:t>
            </a:r>
            <a:r>
              <a:rPr b="0" lang="fr-FR" sz="1400" spc="-60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292934"/>
                </a:solidFill>
                <a:latin typeface="Arial"/>
                <a:ea typeface="DejaVu Sans"/>
              </a:rPr>
              <a:t>(e.g.</a:t>
            </a:r>
            <a:r>
              <a:rPr b="0" lang="fr-FR" sz="1400" spc="-4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400" spc="-12" strike="noStrike">
                <a:solidFill>
                  <a:srgbClr val="292934"/>
                </a:solidFill>
                <a:latin typeface="Arial"/>
                <a:ea typeface="DejaVu Sans"/>
              </a:rPr>
              <a:t>catégories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marL="469800">
              <a:lnSpc>
                <a:spcPts val="1511"/>
              </a:lnSpc>
              <a:tabLst>
                <a:tab algn="l" pos="469440"/>
                <a:tab algn="l" pos="469800"/>
              </a:tabLst>
            </a:pPr>
            <a:r>
              <a:rPr b="0" lang="fr-FR" sz="1400" spc="-1" strike="noStrike">
                <a:solidFill>
                  <a:srgbClr val="292934"/>
                </a:solidFill>
                <a:latin typeface="Arial"/>
                <a:ea typeface="DejaVu Sans"/>
              </a:rPr>
              <a:t>«</a:t>
            </a:r>
            <a:r>
              <a:rPr b="0" lang="fr-FR" sz="1400" spc="-4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292934"/>
                </a:solidFill>
                <a:latin typeface="Arial"/>
                <a:ea typeface="DejaVu Sans"/>
              </a:rPr>
              <a:t>unknown</a:t>
            </a:r>
            <a:r>
              <a:rPr b="0" lang="fr-FR" sz="1400" spc="-3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400" spc="-26" strike="noStrike">
                <a:solidFill>
                  <a:srgbClr val="292934"/>
                </a:solidFill>
                <a:latin typeface="Arial"/>
                <a:ea typeface="DejaVu Sans"/>
              </a:rPr>
              <a:t>»)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lvl="1" marL="469440" indent="-182160">
              <a:lnSpc>
                <a:spcPts val="1511"/>
              </a:lnSpc>
              <a:buClr>
                <a:srgbClr val="92a199"/>
              </a:buClr>
              <a:buSzPct val="82000"/>
              <a:buFont typeface="Symbol"/>
              <a:buChar char=""/>
              <a:tabLst>
                <a:tab algn="l" pos="469440"/>
                <a:tab algn="l" pos="469800"/>
              </a:tabLst>
            </a:pPr>
            <a:r>
              <a:rPr b="0" lang="fr-FR" sz="1400" spc="-1" strike="noStrike">
                <a:solidFill>
                  <a:srgbClr val="292934"/>
                </a:solidFill>
                <a:latin typeface="Arial"/>
                <a:ea typeface="DejaVu Sans"/>
              </a:rPr>
              <a:t>Suppression</a:t>
            </a:r>
            <a:r>
              <a:rPr b="0" lang="fr-FR" sz="1400" spc="-6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292934"/>
                </a:solidFill>
                <a:latin typeface="Arial"/>
                <a:ea typeface="DejaVu Sans"/>
              </a:rPr>
              <a:t>des</a:t>
            </a:r>
            <a:r>
              <a:rPr b="0" lang="fr-FR" sz="1400" spc="-2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400" spc="-12" strike="noStrike">
                <a:solidFill>
                  <a:srgbClr val="292934"/>
                </a:solidFill>
                <a:latin typeface="Arial"/>
                <a:ea typeface="DejaVu Sans"/>
              </a:rPr>
              <a:t>observations</a:t>
            </a:r>
            <a:r>
              <a:rPr b="0" lang="fr-FR" sz="1400" spc="-4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292934"/>
                </a:solidFill>
                <a:latin typeface="Arial"/>
                <a:ea typeface="DejaVu Sans"/>
              </a:rPr>
              <a:t>pour</a:t>
            </a:r>
            <a:r>
              <a:rPr b="0" lang="fr-FR" sz="1400" spc="-4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292934"/>
                </a:solidFill>
                <a:latin typeface="Arial"/>
                <a:ea typeface="DejaVu Sans"/>
              </a:rPr>
              <a:t>lesquelles</a:t>
            </a:r>
            <a:r>
              <a:rPr b="0" lang="fr-FR" sz="1400" spc="-5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292934"/>
                </a:solidFill>
                <a:latin typeface="Arial"/>
                <a:ea typeface="DejaVu Sans"/>
              </a:rPr>
              <a:t>on</a:t>
            </a:r>
            <a:r>
              <a:rPr b="0" lang="fr-FR" sz="1400" spc="-21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292934"/>
                </a:solidFill>
                <a:latin typeface="Arial"/>
                <a:ea typeface="DejaVu Sans"/>
              </a:rPr>
              <a:t>a</a:t>
            </a:r>
            <a:r>
              <a:rPr b="0" lang="fr-FR" sz="1400" spc="-1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292934"/>
                </a:solidFill>
                <a:latin typeface="Arial"/>
                <a:ea typeface="DejaVu Sans"/>
              </a:rPr>
              <a:t>beaucoup</a:t>
            </a:r>
            <a:r>
              <a:rPr b="0" lang="fr-FR" sz="1400" spc="-5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292934"/>
                </a:solidFill>
                <a:latin typeface="Arial"/>
                <a:ea typeface="DejaVu Sans"/>
              </a:rPr>
              <a:t>de</a:t>
            </a:r>
            <a:r>
              <a:rPr b="0" lang="fr-FR" sz="1400" spc="-21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292934"/>
                </a:solidFill>
                <a:latin typeface="Arial"/>
                <a:ea typeface="DejaVu Sans"/>
              </a:rPr>
              <a:t>NaN</a:t>
            </a:r>
            <a:r>
              <a:rPr b="0" lang="fr-FR" sz="1400" spc="-21" strike="noStrike">
                <a:solidFill>
                  <a:srgbClr val="292934"/>
                </a:solidFill>
                <a:latin typeface="Arial"/>
                <a:ea typeface="DejaVu Sans"/>
              </a:rPr>
              <a:t> pour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marL="469800">
              <a:lnSpc>
                <a:spcPts val="1511"/>
              </a:lnSpc>
              <a:tabLst>
                <a:tab algn="l" pos="469440"/>
                <a:tab algn="l" pos="469800"/>
              </a:tabLst>
            </a:pPr>
            <a:r>
              <a:rPr b="0" lang="fr-FR" sz="1400" spc="-1" strike="noStrike">
                <a:solidFill>
                  <a:srgbClr val="292934"/>
                </a:solidFill>
                <a:latin typeface="Arial"/>
                <a:ea typeface="DejaVu Sans"/>
              </a:rPr>
              <a:t>conserver</a:t>
            </a:r>
            <a:r>
              <a:rPr b="0" lang="fr-FR" sz="1400" spc="-7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292934"/>
                </a:solidFill>
                <a:latin typeface="Arial"/>
                <a:ea typeface="DejaVu Sans"/>
              </a:rPr>
              <a:t>un</a:t>
            </a:r>
            <a:r>
              <a:rPr b="0" lang="fr-FR" sz="1400" spc="-5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292934"/>
                </a:solidFill>
                <a:latin typeface="Arial"/>
                <a:ea typeface="DejaVu Sans"/>
              </a:rPr>
              <a:t>maximum</a:t>
            </a:r>
            <a:r>
              <a:rPr b="0" lang="fr-FR" sz="1400" spc="-3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292934"/>
                </a:solidFill>
                <a:latin typeface="Arial"/>
                <a:ea typeface="DejaVu Sans"/>
              </a:rPr>
              <a:t>de</a:t>
            </a:r>
            <a:r>
              <a:rPr b="0" lang="fr-FR" sz="1400" spc="-5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400" spc="-12" strike="noStrike">
                <a:solidFill>
                  <a:srgbClr val="292934"/>
                </a:solidFill>
                <a:latin typeface="Arial"/>
                <a:ea typeface="DejaVu Sans"/>
              </a:rPr>
              <a:t>features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marL="469800">
              <a:lnSpc>
                <a:spcPct val="100000"/>
              </a:lnSpc>
              <a:spcBef>
                <a:spcPts val="14"/>
              </a:spcBef>
              <a:tabLst>
                <a:tab algn="l" pos="469440"/>
                <a:tab algn="l" pos="469800"/>
              </a:tabLst>
            </a:pPr>
            <a:endParaRPr b="0" lang="fr-FR" sz="1450" spc="-1" strike="noStrike">
              <a:solidFill>
                <a:srgbClr val="000000"/>
              </a:solidFill>
              <a:latin typeface="Arial"/>
            </a:endParaRPr>
          </a:p>
          <a:p>
            <a:pPr marL="195480" indent="-182880">
              <a:lnSpc>
                <a:spcPct val="100000"/>
              </a:lnSpc>
              <a:buClr>
                <a:srgbClr val="92a199"/>
              </a:buClr>
              <a:buSzPct val="85000"/>
              <a:buFont typeface="Arial"/>
              <a:buChar char="•"/>
              <a:tabLst>
                <a:tab algn="l" pos="195480"/>
              </a:tabLst>
            </a:pPr>
            <a:r>
              <a:rPr b="0" lang="fr-FR" sz="1700" spc="-1" strike="noStrike">
                <a:solidFill>
                  <a:srgbClr val="292934"/>
                </a:solidFill>
                <a:latin typeface="Arial"/>
                <a:ea typeface="DejaVu Sans"/>
              </a:rPr>
              <a:t>Suppression</a:t>
            </a:r>
            <a:r>
              <a:rPr b="0" lang="fr-FR" sz="1700" spc="-1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700" spc="-1" strike="noStrike">
                <a:solidFill>
                  <a:srgbClr val="292934"/>
                </a:solidFill>
                <a:latin typeface="Arial"/>
                <a:ea typeface="DejaVu Sans"/>
              </a:rPr>
              <a:t>des</a:t>
            </a:r>
            <a:r>
              <a:rPr b="0" lang="fr-FR" sz="1700" spc="-1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700" spc="-1" strike="noStrike">
                <a:solidFill>
                  <a:srgbClr val="292934"/>
                </a:solidFill>
                <a:latin typeface="Arial"/>
                <a:ea typeface="DejaVu Sans"/>
              </a:rPr>
              <a:t>outliers</a:t>
            </a:r>
            <a:r>
              <a:rPr b="0" lang="fr-FR" sz="1700" spc="-21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700" spc="-52" strike="noStrike">
                <a:solidFill>
                  <a:srgbClr val="292934"/>
                </a:solidFill>
                <a:latin typeface="Arial"/>
                <a:ea typeface="DejaVu Sans"/>
              </a:rPr>
              <a:t>:</a:t>
            </a:r>
            <a:endParaRPr b="0" lang="fr-FR" sz="1700" spc="-1" strike="noStrike">
              <a:solidFill>
                <a:srgbClr val="000000"/>
              </a:solidFill>
              <a:latin typeface="Arial"/>
            </a:endParaRPr>
          </a:p>
          <a:p>
            <a:pPr lvl="1" marL="469440" indent="-182160">
              <a:lnSpc>
                <a:spcPct val="100000"/>
              </a:lnSpc>
              <a:buClr>
                <a:srgbClr val="92a199"/>
              </a:buClr>
              <a:buSzPct val="82000"/>
              <a:buFont typeface="Symbol"/>
              <a:buChar char=""/>
              <a:tabLst>
                <a:tab algn="l" pos="469440"/>
                <a:tab algn="l" pos="469800"/>
              </a:tabLst>
            </a:pPr>
            <a:r>
              <a:rPr b="0" lang="fr-FR" sz="1400" spc="-1" strike="noStrike">
                <a:solidFill>
                  <a:srgbClr val="292934"/>
                </a:solidFill>
                <a:latin typeface="Arial"/>
                <a:ea typeface="DejaVu Sans"/>
              </a:rPr>
              <a:t>Outliers</a:t>
            </a:r>
            <a:r>
              <a:rPr b="0" lang="fr-FR" sz="1400" spc="-6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292934"/>
                </a:solidFill>
                <a:latin typeface="Arial"/>
                <a:ea typeface="DejaVu Sans"/>
              </a:rPr>
              <a:t>univariés</a:t>
            </a:r>
            <a:r>
              <a:rPr b="0" lang="fr-FR" sz="1400" spc="-41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292934"/>
                </a:solidFill>
                <a:latin typeface="Arial"/>
                <a:ea typeface="DejaVu Sans"/>
              </a:rPr>
              <a:t>(1%</a:t>
            </a:r>
            <a:r>
              <a:rPr b="0" lang="fr-FR" sz="1400" spc="-3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400" spc="-12" strike="noStrike">
                <a:solidFill>
                  <a:srgbClr val="292934"/>
                </a:solidFill>
                <a:latin typeface="Arial"/>
                <a:ea typeface="DejaVu Sans"/>
              </a:rPr>
              <a:t>extreme)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lvl="1" marL="469440" indent="-182160">
              <a:lnSpc>
                <a:spcPct val="100000"/>
              </a:lnSpc>
              <a:buClr>
                <a:srgbClr val="92a199"/>
              </a:buClr>
              <a:buSzPct val="82000"/>
              <a:buFont typeface="Symbol"/>
              <a:buChar char=""/>
              <a:tabLst>
                <a:tab algn="l" pos="469440"/>
                <a:tab algn="l" pos="469800"/>
              </a:tabLst>
            </a:pPr>
            <a:r>
              <a:rPr b="0" lang="fr-FR" sz="1400" spc="-1" strike="noStrike">
                <a:solidFill>
                  <a:srgbClr val="292934"/>
                </a:solidFill>
                <a:latin typeface="Arial"/>
                <a:ea typeface="DejaVu Sans"/>
              </a:rPr>
              <a:t>Outliers</a:t>
            </a:r>
            <a:r>
              <a:rPr b="0" lang="fr-FR" sz="1400" spc="-7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292934"/>
                </a:solidFill>
                <a:latin typeface="Arial"/>
                <a:ea typeface="DejaVu Sans"/>
              </a:rPr>
              <a:t>multivariés</a:t>
            </a:r>
            <a:r>
              <a:rPr b="0" lang="fr-FR" sz="1400" spc="-3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292934"/>
                </a:solidFill>
                <a:latin typeface="Arial"/>
                <a:ea typeface="DejaVu Sans"/>
              </a:rPr>
              <a:t>(distance</a:t>
            </a:r>
            <a:r>
              <a:rPr b="0" lang="fr-FR" sz="1400" spc="-6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292934"/>
                </a:solidFill>
                <a:latin typeface="Arial"/>
                <a:ea typeface="DejaVu Sans"/>
              </a:rPr>
              <a:t>aux</a:t>
            </a:r>
            <a:r>
              <a:rPr b="0" lang="fr-FR" sz="1400" spc="-3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292934"/>
                </a:solidFill>
                <a:latin typeface="Arial"/>
                <a:ea typeface="DejaVu Sans"/>
              </a:rPr>
              <a:t>5</a:t>
            </a:r>
            <a:r>
              <a:rPr b="0" lang="fr-FR" sz="1400" spc="-3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292934"/>
                </a:solidFill>
                <a:latin typeface="Arial"/>
                <a:ea typeface="DejaVu Sans"/>
              </a:rPr>
              <a:t>plus</a:t>
            </a:r>
            <a:r>
              <a:rPr b="0" lang="fr-FR" sz="1400" spc="-3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292934"/>
                </a:solidFill>
                <a:latin typeface="Arial"/>
                <a:ea typeface="DejaVu Sans"/>
              </a:rPr>
              <a:t>proches</a:t>
            </a:r>
            <a:r>
              <a:rPr b="0" lang="fr-FR" sz="1400" spc="-6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292934"/>
                </a:solidFill>
                <a:latin typeface="Arial"/>
                <a:ea typeface="DejaVu Sans"/>
              </a:rPr>
              <a:t>voisins</a:t>
            </a:r>
            <a:r>
              <a:rPr b="0" lang="fr-FR" sz="1400" spc="-21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292934"/>
                </a:solidFill>
                <a:latin typeface="Arial"/>
                <a:ea typeface="DejaVu Sans"/>
              </a:rPr>
              <a:t>/</a:t>
            </a:r>
            <a:r>
              <a:rPr b="0" lang="fr-FR" sz="1400" spc="-2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292934"/>
                </a:solidFill>
                <a:latin typeface="Arial"/>
                <a:ea typeface="DejaVu Sans"/>
              </a:rPr>
              <a:t>1</a:t>
            </a:r>
            <a:r>
              <a:rPr b="0" lang="fr-FR" sz="1400" spc="-41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292934"/>
                </a:solidFill>
                <a:latin typeface="Arial"/>
                <a:ea typeface="DejaVu Sans"/>
              </a:rPr>
              <a:t>%</a:t>
            </a:r>
            <a:r>
              <a:rPr b="0" lang="fr-FR" sz="1400" spc="-12" strike="noStrike">
                <a:solidFill>
                  <a:srgbClr val="292934"/>
                </a:solidFill>
                <a:latin typeface="Arial"/>
                <a:ea typeface="DejaVu Sans"/>
              </a:rPr>
              <a:t> extreme)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ts val="1511"/>
              </a:lnSpc>
              <a:tabLst>
                <a:tab algn="l" pos="469440"/>
                <a:tab algn="l" pos="469800"/>
              </a:tabLst>
            </a:pP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object 4"/>
          <p:cNvSpPr/>
          <p:nvPr/>
        </p:nvSpPr>
        <p:spPr>
          <a:xfrm>
            <a:off x="7700040" y="27000"/>
            <a:ext cx="12312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332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b="1" lang="fr-FR" sz="1400" spc="-1" strike="noStrike">
                <a:solidFill>
                  <a:srgbClr val="ffffff"/>
                </a:solidFill>
                <a:latin typeface="Arial"/>
                <a:ea typeface="DejaVu Sans"/>
              </a:rPr>
              <a:t>7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02" name="object 5" descr=""/>
          <p:cNvPicPr/>
          <p:nvPr/>
        </p:nvPicPr>
        <p:blipFill>
          <a:blip r:embed="rId1"/>
          <a:stretch/>
        </p:blipFill>
        <p:spPr>
          <a:xfrm>
            <a:off x="7568640" y="625320"/>
            <a:ext cx="1466280" cy="2631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3" name="object 2"/>
          <p:cNvGrpSpPr/>
          <p:nvPr/>
        </p:nvGrpSpPr>
        <p:grpSpPr>
          <a:xfrm>
            <a:off x="6732360" y="3721680"/>
            <a:ext cx="2251800" cy="1942560"/>
            <a:chOff x="6732360" y="3721680"/>
            <a:chExt cx="2251800" cy="1942560"/>
          </a:xfrm>
        </p:grpSpPr>
        <p:sp>
          <p:nvSpPr>
            <p:cNvPr id="204" name="object 3"/>
            <p:cNvSpPr/>
            <p:nvPr/>
          </p:nvSpPr>
          <p:spPr>
            <a:xfrm>
              <a:off x="6732360" y="3721680"/>
              <a:ext cx="2251800" cy="1942560"/>
            </a:xfrm>
            <a:custGeom>
              <a:avLst/>
              <a:gdLst>
                <a:gd name="textAreaLeft" fmla="*/ 0 w 2251800"/>
                <a:gd name="textAreaRight" fmla="*/ 2253600 w 2251800"/>
                <a:gd name="textAreaTop" fmla="*/ 0 h 1942560"/>
                <a:gd name="textAreaBottom" fmla="*/ 1944360 h 1942560"/>
              </a:gdLst>
              <a:ahLst/>
              <a:rect l="textAreaLeft" t="textAreaTop" r="textAreaRight" b="textAreaBottom"/>
              <a:pathLst>
                <a:path w="2253615" h="1944370">
                  <a:moveTo>
                    <a:pt x="2253614" y="0"/>
                  </a:moveTo>
                  <a:lnTo>
                    <a:pt x="0" y="0"/>
                  </a:lnTo>
                  <a:lnTo>
                    <a:pt x="0" y="1944242"/>
                  </a:lnTo>
                  <a:lnTo>
                    <a:pt x="2253614" y="1944242"/>
                  </a:lnTo>
                  <a:lnTo>
                    <a:pt x="2253614" y="0"/>
                  </a:lnTo>
                  <a:close/>
                </a:path>
              </a:pathLst>
            </a:custGeom>
            <a:solidFill>
              <a:srgbClr val="d3dad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</a:pPr>
              <a:endParaRPr b="0" lang="fr-FR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sp>
          <p:nvSpPr>
            <p:cNvPr id="205" name="object 4"/>
            <p:cNvSpPr/>
            <p:nvPr/>
          </p:nvSpPr>
          <p:spPr>
            <a:xfrm>
              <a:off x="6732360" y="3721680"/>
              <a:ext cx="2251800" cy="1942560"/>
            </a:xfrm>
            <a:custGeom>
              <a:avLst/>
              <a:gdLst>
                <a:gd name="textAreaLeft" fmla="*/ 0 w 2251800"/>
                <a:gd name="textAreaRight" fmla="*/ 2253600 w 2251800"/>
                <a:gd name="textAreaTop" fmla="*/ 0 h 1942560"/>
                <a:gd name="textAreaBottom" fmla="*/ 1944360 h 1942560"/>
              </a:gdLst>
              <a:ahLst/>
              <a:rect l="textAreaLeft" t="textAreaTop" r="textAreaRight" b="textAreaBottom"/>
              <a:pathLst>
                <a:path w="2253615" h="1944370">
                  <a:moveTo>
                    <a:pt x="0" y="1944242"/>
                  </a:moveTo>
                  <a:lnTo>
                    <a:pt x="2253614" y="1944242"/>
                  </a:lnTo>
                  <a:lnTo>
                    <a:pt x="2253614" y="0"/>
                  </a:lnTo>
                  <a:lnTo>
                    <a:pt x="0" y="0"/>
                  </a:lnTo>
                  <a:lnTo>
                    <a:pt x="0" y="1944242"/>
                  </a:lnTo>
                  <a:close/>
                </a:path>
              </a:pathLst>
            </a:custGeom>
            <a:noFill/>
            <a:ln w="9525">
              <a:solidFill>
                <a:srgbClr val="92a19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</a:pPr>
              <a:endParaRPr b="0" lang="fr-FR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sp>
          <p:nvSpPr>
            <p:cNvPr id="206" name="object 5"/>
            <p:cNvSpPr/>
            <p:nvPr/>
          </p:nvSpPr>
          <p:spPr>
            <a:xfrm>
              <a:off x="7668720" y="3794040"/>
              <a:ext cx="1186920" cy="848520"/>
            </a:xfrm>
            <a:custGeom>
              <a:avLst/>
              <a:gdLst>
                <a:gd name="textAreaLeft" fmla="*/ 0 w 1186920"/>
                <a:gd name="textAreaRight" fmla="*/ 1188720 w 1186920"/>
                <a:gd name="textAreaTop" fmla="*/ 0 h 848520"/>
                <a:gd name="textAreaBottom" fmla="*/ 850320 h 848520"/>
              </a:gdLst>
              <a:ahLst/>
              <a:rect l="textAreaLeft" t="textAreaTop" r="textAreaRight" b="textAreaBottom"/>
              <a:pathLst>
                <a:path w="1188720" h="850264">
                  <a:moveTo>
                    <a:pt x="1046987" y="0"/>
                  </a:moveTo>
                  <a:lnTo>
                    <a:pt x="141731" y="0"/>
                  </a:lnTo>
                  <a:lnTo>
                    <a:pt x="96950" y="7216"/>
                  </a:lnTo>
                  <a:lnTo>
                    <a:pt x="58046" y="27314"/>
                  </a:lnTo>
                  <a:lnTo>
                    <a:pt x="27358" y="57963"/>
                  </a:lnTo>
                  <a:lnTo>
                    <a:pt x="7229" y="96836"/>
                  </a:lnTo>
                  <a:lnTo>
                    <a:pt x="0" y="141604"/>
                  </a:lnTo>
                  <a:lnTo>
                    <a:pt x="0" y="708342"/>
                  </a:lnTo>
                  <a:lnTo>
                    <a:pt x="7229" y="753129"/>
                  </a:lnTo>
                  <a:lnTo>
                    <a:pt x="27358" y="792025"/>
                  </a:lnTo>
                  <a:lnTo>
                    <a:pt x="58046" y="822698"/>
                  </a:lnTo>
                  <a:lnTo>
                    <a:pt x="96950" y="842812"/>
                  </a:lnTo>
                  <a:lnTo>
                    <a:pt x="141731" y="850036"/>
                  </a:lnTo>
                  <a:lnTo>
                    <a:pt x="1046987" y="850036"/>
                  </a:lnTo>
                  <a:lnTo>
                    <a:pt x="1091756" y="842812"/>
                  </a:lnTo>
                  <a:lnTo>
                    <a:pt x="1130629" y="822698"/>
                  </a:lnTo>
                  <a:lnTo>
                    <a:pt x="1161278" y="792025"/>
                  </a:lnTo>
                  <a:lnTo>
                    <a:pt x="1181376" y="753129"/>
                  </a:lnTo>
                  <a:lnTo>
                    <a:pt x="1188592" y="708342"/>
                  </a:lnTo>
                  <a:lnTo>
                    <a:pt x="1188592" y="141604"/>
                  </a:lnTo>
                  <a:lnTo>
                    <a:pt x="1181376" y="96836"/>
                  </a:lnTo>
                  <a:lnTo>
                    <a:pt x="1161278" y="57963"/>
                  </a:lnTo>
                  <a:lnTo>
                    <a:pt x="1130629" y="27314"/>
                  </a:lnTo>
                  <a:lnTo>
                    <a:pt x="1091756" y="7216"/>
                  </a:lnTo>
                  <a:lnTo>
                    <a:pt x="1046987" y="0"/>
                  </a:lnTo>
                  <a:close/>
                </a:path>
              </a:pathLst>
            </a:custGeom>
            <a:solidFill>
              <a:srgbClr val="dcdfde">
                <a:alpha val="90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</a:pPr>
              <a:endParaRPr b="0" lang="fr-FR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sp>
          <p:nvSpPr>
            <p:cNvPr id="207" name="object 6"/>
            <p:cNvSpPr/>
            <p:nvPr/>
          </p:nvSpPr>
          <p:spPr>
            <a:xfrm>
              <a:off x="7668720" y="3794040"/>
              <a:ext cx="1186920" cy="848520"/>
            </a:xfrm>
            <a:custGeom>
              <a:avLst/>
              <a:gdLst>
                <a:gd name="textAreaLeft" fmla="*/ 0 w 1186920"/>
                <a:gd name="textAreaRight" fmla="*/ 1188720 w 1186920"/>
                <a:gd name="textAreaTop" fmla="*/ 0 h 848520"/>
                <a:gd name="textAreaBottom" fmla="*/ 850320 h 848520"/>
              </a:gdLst>
              <a:ahLst/>
              <a:rect l="textAreaLeft" t="textAreaTop" r="textAreaRight" b="textAreaBottom"/>
              <a:pathLst>
                <a:path w="1188720" h="850264">
                  <a:moveTo>
                    <a:pt x="0" y="141604"/>
                  </a:moveTo>
                  <a:lnTo>
                    <a:pt x="7229" y="96836"/>
                  </a:lnTo>
                  <a:lnTo>
                    <a:pt x="27358" y="57963"/>
                  </a:lnTo>
                  <a:lnTo>
                    <a:pt x="58046" y="27314"/>
                  </a:lnTo>
                  <a:lnTo>
                    <a:pt x="96950" y="7216"/>
                  </a:lnTo>
                  <a:lnTo>
                    <a:pt x="141731" y="0"/>
                  </a:lnTo>
                  <a:lnTo>
                    <a:pt x="1046987" y="0"/>
                  </a:lnTo>
                  <a:lnTo>
                    <a:pt x="1091756" y="7216"/>
                  </a:lnTo>
                  <a:lnTo>
                    <a:pt x="1130629" y="27314"/>
                  </a:lnTo>
                  <a:lnTo>
                    <a:pt x="1161278" y="57963"/>
                  </a:lnTo>
                  <a:lnTo>
                    <a:pt x="1181376" y="96836"/>
                  </a:lnTo>
                  <a:lnTo>
                    <a:pt x="1188592" y="141604"/>
                  </a:lnTo>
                  <a:lnTo>
                    <a:pt x="1188592" y="708342"/>
                  </a:lnTo>
                  <a:lnTo>
                    <a:pt x="1181376" y="753129"/>
                  </a:lnTo>
                  <a:lnTo>
                    <a:pt x="1161278" y="792025"/>
                  </a:lnTo>
                  <a:lnTo>
                    <a:pt x="1130629" y="822698"/>
                  </a:lnTo>
                  <a:lnTo>
                    <a:pt x="1091756" y="842812"/>
                  </a:lnTo>
                  <a:lnTo>
                    <a:pt x="1046987" y="850036"/>
                  </a:lnTo>
                  <a:lnTo>
                    <a:pt x="141731" y="850036"/>
                  </a:lnTo>
                  <a:lnTo>
                    <a:pt x="96950" y="842812"/>
                  </a:lnTo>
                  <a:lnTo>
                    <a:pt x="58046" y="822698"/>
                  </a:lnTo>
                  <a:lnTo>
                    <a:pt x="27358" y="792025"/>
                  </a:lnTo>
                  <a:lnTo>
                    <a:pt x="7229" y="753129"/>
                  </a:lnTo>
                  <a:lnTo>
                    <a:pt x="0" y="708342"/>
                  </a:lnTo>
                  <a:lnTo>
                    <a:pt x="0" y="141604"/>
                  </a:lnTo>
                  <a:close/>
                </a:path>
              </a:pathLst>
            </a:custGeom>
            <a:noFill/>
            <a:ln w="26424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</a:pPr>
              <a:endParaRPr b="0" lang="fr-FR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</p:grpSp>
      <p:sp>
        <p:nvSpPr>
          <p:cNvPr id="208" name="PlaceHolder 1"/>
          <p:cNvSpPr>
            <a:spLocks noGrp="1"/>
          </p:cNvSpPr>
          <p:nvPr>
            <p:ph type="title"/>
          </p:nvPr>
        </p:nvSpPr>
        <p:spPr>
          <a:xfrm>
            <a:off x="536040" y="526320"/>
            <a:ext cx="8463240" cy="1230120"/>
          </a:xfrm>
          <a:prstGeom prst="rect">
            <a:avLst/>
          </a:prstGeom>
          <a:noFill/>
          <a:ln w="0">
            <a:noFill/>
          </a:ln>
        </p:spPr>
        <p:txBody>
          <a:bodyPr lIns="0" rIns="0" tIns="12240" bIns="0" anchor="t">
            <a:noAutofit/>
          </a:bodyPr>
          <a:p>
            <a:pPr marL="12600" indent="0">
              <a:lnSpc>
                <a:spcPct val="100000"/>
              </a:lnSpc>
              <a:spcBef>
                <a:spcPts val="96"/>
              </a:spcBef>
              <a:buNone/>
              <a:tabLst>
                <a:tab algn="l" pos="0"/>
              </a:tabLst>
            </a:pPr>
            <a:r>
              <a:rPr b="0" lang="fr-FR" sz="4000" spc="-111" strike="noStrike">
                <a:solidFill>
                  <a:srgbClr val="d2523b"/>
                </a:solidFill>
                <a:latin typeface="Arial"/>
              </a:rPr>
              <a:t>Feature</a:t>
            </a:r>
            <a:r>
              <a:rPr b="0" lang="fr-FR" sz="4000" spc="-171" strike="noStrike">
                <a:solidFill>
                  <a:srgbClr val="d2523b"/>
                </a:solidFill>
                <a:latin typeface="Arial"/>
              </a:rPr>
              <a:t> </a:t>
            </a:r>
            <a:r>
              <a:rPr b="0" lang="fr-FR" sz="4000" spc="-80" strike="noStrike">
                <a:solidFill>
                  <a:srgbClr val="d2523b"/>
                </a:solidFill>
                <a:latin typeface="Arial"/>
              </a:rPr>
              <a:t>engineering</a:t>
            </a:r>
            <a:endParaRPr b="0" lang="fr-FR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object 8"/>
          <p:cNvSpPr/>
          <p:nvPr/>
        </p:nvSpPr>
        <p:spPr>
          <a:xfrm>
            <a:off x="536040" y="1117800"/>
            <a:ext cx="6550200" cy="202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52200" bIns="0" anchor="t">
            <a:spAutoFit/>
          </a:bodyPr>
          <a:p>
            <a:pPr marL="12600">
              <a:lnSpc>
                <a:spcPct val="100000"/>
              </a:lnSpc>
              <a:spcBef>
                <a:spcPts val="408"/>
              </a:spcBef>
            </a:pPr>
            <a:r>
              <a:rPr b="1" lang="fr-FR" sz="1300" spc="-1" strike="noStrike">
                <a:solidFill>
                  <a:srgbClr val="292934"/>
                </a:solidFill>
                <a:latin typeface="Arial"/>
                <a:ea typeface="DejaVu Sans"/>
              </a:rPr>
              <a:t>Idées</a:t>
            </a:r>
            <a:r>
              <a:rPr b="1" lang="fr-FR" sz="1300" spc="-1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1" lang="fr-FR" sz="1300" spc="-12" strike="noStrike">
                <a:solidFill>
                  <a:srgbClr val="292934"/>
                </a:solidFill>
                <a:latin typeface="Arial"/>
                <a:ea typeface="DejaVu Sans"/>
              </a:rPr>
              <a:t>écartées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marL="195120" indent="-182160">
              <a:lnSpc>
                <a:spcPct val="100000"/>
              </a:lnSpc>
              <a:spcBef>
                <a:spcPts val="295"/>
              </a:spcBef>
              <a:buClr>
                <a:srgbClr val="92a199"/>
              </a:buClr>
              <a:buSzPct val="83000"/>
              <a:buFont typeface="Symbol"/>
              <a:buChar char=""/>
              <a:tabLst>
                <a:tab algn="l" pos="195120"/>
                <a:tab algn="l" pos="195480"/>
              </a:tabLst>
            </a:pP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Features</a:t>
            </a:r>
            <a:r>
              <a:rPr b="0" lang="fr-FR" sz="1200" spc="-3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liées</a:t>
            </a:r>
            <a:r>
              <a:rPr b="0" lang="fr-FR" sz="1200" spc="-2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à</a:t>
            </a:r>
            <a:r>
              <a:rPr b="0" lang="fr-FR" sz="1200" spc="-1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la proportion</a:t>
            </a:r>
            <a:r>
              <a:rPr b="0" lang="fr-FR" sz="1200" spc="-3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des</a:t>
            </a:r>
            <a:r>
              <a:rPr b="0" lang="fr-FR" sz="1200" spc="-2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sources</a:t>
            </a:r>
            <a:r>
              <a:rPr b="0" lang="fr-FR" sz="1200" spc="-3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d’énergie</a:t>
            </a:r>
            <a:r>
              <a:rPr b="0" lang="fr-FR" sz="1200" spc="-3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(coûteux</a:t>
            </a:r>
            <a:r>
              <a:rPr b="0" lang="fr-FR" sz="1200" spc="-41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à obtenir</a:t>
            </a:r>
            <a:r>
              <a:rPr b="0" lang="fr-FR" sz="1200" spc="-3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pour</a:t>
            </a:r>
            <a:r>
              <a:rPr b="0" lang="fr-FR" sz="1200" spc="-2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futures</a:t>
            </a:r>
            <a:r>
              <a:rPr b="0" lang="fr-FR" sz="1200" spc="-3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2" strike="noStrike">
                <a:solidFill>
                  <a:srgbClr val="292934"/>
                </a:solidFill>
                <a:latin typeface="Arial"/>
                <a:ea typeface="DejaVu Sans"/>
              </a:rPr>
              <a:t>données)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marL="195120" indent="-182160">
              <a:lnSpc>
                <a:spcPct val="100000"/>
              </a:lnSpc>
              <a:spcBef>
                <a:spcPts val="289"/>
              </a:spcBef>
              <a:buClr>
                <a:srgbClr val="92a199"/>
              </a:buClr>
              <a:buSzPct val="83000"/>
              <a:buFont typeface="Symbol"/>
              <a:buChar char=""/>
              <a:tabLst>
                <a:tab algn="l" pos="195120"/>
                <a:tab algn="l" pos="195480"/>
              </a:tabLst>
            </a:pP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Utilisation</a:t>
            </a:r>
            <a:r>
              <a:rPr b="0" lang="fr-FR" sz="1200" spc="-41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du</a:t>
            </a:r>
            <a:r>
              <a:rPr b="0" lang="fr-FR" sz="1200" spc="-21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Energy</a:t>
            </a:r>
            <a:r>
              <a:rPr b="0" lang="fr-FR" sz="1200" spc="-21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Star</a:t>
            </a:r>
            <a:r>
              <a:rPr b="0" lang="fr-FR" sz="1200" spc="-2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score</a:t>
            </a:r>
            <a:r>
              <a:rPr b="0" lang="fr-FR" sz="1200" spc="-21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(mis</a:t>
            </a:r>
            <a:r>
              <a:rPr b="0" lang="fr-FR" sz="1200" spc="-1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de</a:t>
            </a:r>
            <a:r>
              <a:rPr b="0" lang="fr-FR" sz="1200" spc="-3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côté</a:t>
            </a:r>
            <a:r>
              <a:rPr b="0" lang="fr-FR" sz="1200" spc="-1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pour</a:t>
            </a:r>
            <a:r>
              <a:rPr b="0" lang="fr-FR" sz="1200" spc="-3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analyse</a:t>
            </a:r>
            <a:r>
              <a:rPr b="0" lang="fr-FR" sz="1200" spc="-3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2" strike="noStrike">
                <a:solidFill>
                  <a:srgbClr val="292934"/>
                </a:solidFill>
                <a:latin typeface="Arial"/>
                <a:ea typeface="DejaVu Sans"/>
              </a:rPr>
              <a:t>ultérieure)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714"/>
              </a:spcBef>
              <a:tabLst>
                <a:tab algn="l" pos="195120"/>
                <a:tab algn="l" pos="195480"/>
              </a:tabLst>
            </a:pPr>
            <a:r>
              <a:rPr b="1" lang="fr-FR" sz="1300" spc="-1" strike="noStrike">
                <a:solidFill>
                  <a:srgbClr val="292934"/>
                </a:solidFill>
                <a:latin typeface="Arial"/>
                <a:ea typeface="DejaVu Sans"/>
              </a:rPr>
              <a:t>Idées</a:t>
            </a:r>
            <a:r>
              <a:rPr b="1" lang="fr-FR" sz="1300" spc="-1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1" lang="fr-FR" sz="1300" spc="-12" strike="noStrike">
                <a:solidFill>
                  <a:srgbClr val="292934"/>
                </a:solidFill>
                <a:latin typeface="Arial"/>
                <a:ea typeface="DejaVu Sans"/>
              </a:rPr>
              <a:t>retenues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marL="195120" indent="-182160">
              <a:lnSpc>
                <a:spcPct val="100000"/>
              </a:lnSpc>
              <a:spcBef>
                <a:spcPts val="289"/>
              </a:spcBef>
              <a:buClr>
                <a:srgbClr val="92a199"/>
              </a:buClr>
              <a:buSzPct val="83000"/>
              <a:buFont typeface="Symbol"/>
              <a:buChar char=""/>
              <a:tabLst>
                <a:tab algn="l" pos="195120"/>
                <a:tab algn="l" pos="195480"/>
              </a:tabLst>
            </a:pP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Suppression</a:t>
            </a:r>
            <a:r>
              <a:rPr b="0" lang="fr-FR" sz="1200" spc="-60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des</a:t>
            </a:r>
            <a:r>
              <a:rPr b="0" lang="fr-FR" sz="1200" spc="-1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features</a:t>
            </a:r>
            <a:r>
              <a:rPr b="0" lang="fr-FR" sz="1200" spc="-41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de</a:t>
            </a:r>
            <a:r>
              <a:rPr b="0" lang="fr-FR" sz="1200" spc="-1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consommation</a:t>
            </a:r>
            <a:r>
              <a:rPr b="0" lang="fr-FR" sz="1200" spc="-5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(ormis</a:t>
            </a:r>
            <a:r>
              <a:rPr b="0" lang="fr-FR" sz="1200" spc="-1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les</a:t>
            </a:r>
            <a:r>
              <a:rPr b="0" lang="fr-FR" sz="1200" spc="-1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2</a:t>
            </a:r>
            <a:r>
              <a:rPr b="0" lang="fr-FR" sz="1200" spc="-7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features</a:t>
            </a:r>
            <a:r>
              <a:rPr b="0" lang="fr-FR" sz="1200" spc="-41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qu’on</a:t>
            </a:r>
            <a:r>
              <a:rPr b="0" lang="fr-FR" sz="1200" spc="-2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cherche</a:t>
            </a:r>
            <a:r>
              <a:rPr b="0" lang="fr-FR" sz="1200" spc="-3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à </a:t>
            </a:r>
            <a:r>
              <a:rPr b="0" lang="fr-FR" sz="1200" spc="-12" strike="noStrike">
                <a:solidFill>
                  <a:srgbClr val="292934"/>
                </a:solidFill>
                <a:latin typeface="Arial"/>
                <a:ea typeface="DejaVu Sans"/>
              </a:rPr>
              <a:t>prédire)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marL="195120" indent="-182160">
              <a:lnSpc>
                <a:spcPct val="100000"/>
              </a:lnSpc>
              <a:spcBef>
                <a:spcPts val="1080"/>
              </a:spcBef>
              <a:buClr>
                <a:srgbClr val="92a199"/>
              </a:buClr>
              <a:buSzPct val="83000"/>
              <a:buFont typeface="Symbol"/>
              <a:buChar char=""/>
              <a:tabLst>
                <a:tab algn="l" pos="195120"/>
                <a:tab algn="l" pos="195480"/>
              </a:tabLst>
            </a:pP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Catégorisation</a:t>
            </a:r>
            <a:r>
              <a:rPr b="0" lang="fr-FR" sz="1200" spc="-4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des</a:t>
            </a:r>
            <a:r>
              <a:rPr b="0" lang="fr-FR" sz="1200" spc="-3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données</a:t>
            </a:r>
            <a:r>
              <a:rPr b="0" lang="fr-FR" sz="1200" spc="-5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pour</a:t>
            </a:r>
            <a:r>
              <a:rPr b="0" lang="fr-FR" sz="1200" spc="-3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certaines</a:t>
            </a:r>
            <a:r>
              <a:rPr b="0" lang="fr-FR" sz="1200" spc="-5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colonnes</a:t>
            </a:r>
            <a:r>
              <a:rPr b="0" lang="fr-FR" sz="1200" spc="-4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2" strike="noStrike">
                <a:solidFill>
                  <a:srgbClr val="292934"/>
                </a:solidFill>
                <a:latin typeface="Arial"/>
                <a:ea typeface="DejaVu Sans"/>
              </a:rPr>
              <a:t>(usage)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marL="195120" indent="-182160">
              <a:lnSpc>
                <a:spcPct val="100000"/>
              </a:lnSpc>
              <a:spcBef>
                <a:spcPts val="1094"/>
              </a:spcBef>
              <a:buClr>
                <a:srgbClr val="92a199"/>
              </a:buClr>
              <a:buSzPct val="83000"/>
              <a:buFont typeface="Symbol"/>
              <a:buChar char=""/>
              <a:tabLst>
                <a:tab algn="l" pos="195120"/>
                <a:tab algn="l" pos="195480"/>
              </a:tabLst>
            </a:pP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One</a:t>
            </a:r>
            <a:r>
              <a:rPr b="0" lang="fr-FR" sz="1200" spc="-21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Hot</a:t>
            </a:r>
            <a:r>
              <a:rPr b="0" lang="fr-FR" sz="1200" spc="-7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Encoding</a:t>
            </a:r>
            <a:r>
              <a:rPr b="0" lang="fr-FR" sz="1200" spc="-2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:</a:t>
            </a:r>
            <a:r>
              <a:rPr b="0" lang="fr-FR" sz="1200" spc="-1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2" strike="noStrike">
                <a:solidFill>
                  <a:srgbClr val="292934"/>
                </a:solidFill>
                <a:latin typeface="Arial"/>
                <a:ea typeface="DejaVu Sans"/>
              </a:rPr>
              <a:t>Transformation</a:t>
            </a:r>
            <a:r>
              <a:rPr b="0" lang="fr-FR" sz="1200" spc="-41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d’une</a:t>
            </a:r>
            <a:r>
              <a:rPr b="0" lang="fr-FR" sz="1200" spc="-2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feature</a:t>
            </a:r>
            <a:r>
              <a:rPr b="0" lang="fr-FR" sz="1200" spc="-3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avec</a:t>
            </a:r>
            <a:r>
              <a:rPr b="0" lang="fr-FR" sz="1200" spc="-7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n catégories</a:t>
            </a:r>
            <a:r>
              <a:rPr b="0" lang="fr-FR" sz="1200" spc="-3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en</a:t>
            </a:r>
            <a:r>
              <a:rPr b="0" lang="fr-FR" sz="1200" spc="-7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n</a:t>
            </a:r>
            <a:r>
              <a:rPr b="0" lang="fr-FR" sz="1200" spc="-7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features</a:t>
            </a:r>
            <a:r>
              <a:rPr b="0" lang="fr-FR" sz="1200" spc="-21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2" strike="noStrike">
                <a:solidFill>
                  <a:srgbClr val="292934"/>
                </a:solidFill>
                <a:latin typeface="Arial"/>
                <a:ea typeface="DejaVu Sans"/>
              </a:rPr>
              <a:t>booléennes.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object 9"/>
          <p:cNvSpPr/>
          <p:nvPr/>
        </p:nvSpPr>
        <p:spPr>
          <a:xfrm>
            <a:off x="536040" y="3120480"/>
            <a:ext cx="5221080" cy="143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48960" bIns="0" anchor="t">
            <a:spAutoFit/>
          </a:bodyPr>
          <a:p>
            <a:pPr marL="195120" indent="-182160">
              <a:lnSpc>
                <a:spcPct val="100000"/>
              </a:lnSpc>
              <a:spcBef>
                <a:spcPts val="386"/>
              </a:spcBef>
              <a:buClr>
                <a:srgbClr val="92a199"/>
              </a:buClr>
              <a:buSzPct val="83000"/>
              <a:buFont typeface="Symbol"/>
              <a:buChar char=""/>
              <a:tabLst>
                <a:tab algn="l" pos="195120"/>
                <a:tab algn="l" pos="195480"/>
              </a:tabLst>
            </a:pP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Suppression</a:t>
            </a:r>
            <a:r>
              <a:rPr b="0" lang="fr-FR" sz="1200" spc="-6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de</a:t>
            </a:r>
            <a:r>
              <a:rPr b="0" lang="fr-FR" sz="1200" spc="-1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colonnes</a:t>
            </a:r>
            <a:r>
              <a:rPr b="0" lang="fr-FR" sz="1200" spc="-41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non</a:t>
            </a:r>
            <a:r>
              <a:rPr b="0" lang="fr-FR" sz="1200" spc="-2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pertinentes</a:t>
            </a:r>
            <a:r>
              <a:rPr b="0" lang="fr-FR" sz="1200" spc="-41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pour</a:t>
            </a:r>
            <a:r>
              <a:rPr b="0" lang="fr-FR" sz="1200" spc="-21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notre</a:t>
            </a:r>
            <a:r>
              <a:rPr b="0" lang="fr-FR" sz="1200" spc="-2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2" strike="noStrike">
                <a:solidFill>
                  <a:srgbClr val="292934"/>
                </a:solidFill>
                <a:latin typeface="Arial"/>
                <a:ea typeface="DejaVu Sans"/>
              </a:rPr>
              <a:t>modèle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lvl="1" marL="469800" indent="-184320">
              <a:lnSpc>
                <a:spcPct val="100000"/>
              </a:lnSpc>
              <a:spcBef>
                <a:spcPts val="289"/>
              </a:spcBef>
              <a:buClr>
                <a:srgbClr val="92a199"/>
              </a:buClr>
              <a:buSzPct val="83000"/>
              <a:buFont typeface="Symbol"/>
              <a:buChar char=""/>
              <a:tabLst>
                <a:tab algn="l" pos="469800"/>
                <a:tab algn="l" pos="470520"/>
              </a:tabLst>
            </a:pP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Données</a:t>
            </a:r>
            <a:r>
              <a:rPr b="0" lang="fr-FR" sz="1200" spc="-5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sans</a:t>
            </a:r>
            <a:r>
              <a:rPr b="0" lang="fr-FR" sz="1200" spc="-2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catégorisation</a:t>
            </a:r>
            <a:r>
              <a:rPr b="0" lang="fr-FR" sz="1200" spc="-21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possible</a:t>
            </a:r>
            <a:r>
              <a:rPr b="0" lang="fr-FR" sz="1200" spc="-5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2" strike="noStrike">
                <a:solidFill>
                  <a:srgbClr val="292934"/>
                </a:solidFill>
                <a:latin typeface="Arial"/>
                <a:ea typeface="DejaVu Sans"/>
              </a:rPr>
              <a:t>(Comment)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lvl="1" marL="469800" indent="-184320">
              <a:lnSpc>
                <a:spcPct val="100000"/>
              </a:lnSpc>
              <a:spcBef>
                <a:spcPts val="289"/>
              </a:spcBef>
              <a:buClr>
                <a:srgbClr val="92a199"/>
              </a:buClr>
              <a:buSzPct val="83000"/>
              <a:buFont typeface="Symbol"/>
              <a:buChar char=""/>
              <a:tabLst>
                <a:tab algn="l" pos="469800"/>
                <a:tab algn="l" pos="470520"/>
              </a:tabLst>
            </a:pP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Données</a:t>
            </a:r>
            <a:r>
              <a:rPr b="0" lang="fr-FR" sz="1200" spc="-4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avec</a:t>
            </a:r>
            <a:r>
              <a:rPr b="0" lang="fr-FR" sz="1200" spc="-1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une</a:t>
            </a:r>
            <a:r>
              <a:rPr b="0" lang="fr-FR" sz="1200" spc="-41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unique</a:t>
            </a:r>
            <a:r>
              <a:rPr b="0" lang="fr-FR" sz="1200" spc="-2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information</a:t>
            </a:r>
            <a:r>
              <a:rPr b="0" lang="fr-FR" sz="1200" spc="-5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(exemple</a:t>
            </a:r>
            <a:r>
              <a:rPr b="0" lang="fr-FR" sz="1200" spc="-3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:</a:t>
            </a:r>
            <a:r>
              <a:rPr b="0" lang="fr-FR" sz="1200" spc="-7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2" strike="noStrike">
                <a:solidFill>
                  <a:srgbClr val="292934"/>
                </a:solidFill>
                <a:latin typeface="Arial"/>
                <a:ea typeface="DejaVu Sans"/>
              </a:rPr>
              <a:t>State)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lvl="1" marL="469800" indent="-184320">
              <a:lnSpc>
                <a:spcPct val="100000"/>
              </a:lnSpc>
              <a:spcBef>
                <a:spcPts val="295"/>
              </a:spcBef>
              <a:buClr>
                <a:srgbClr val="92a199"/>
              </a:buClr>
              <a:buSzPct val="83000"/>
              <a:buFont typeface="Symbol"/>
              <a:buChar char=""/>
              <a:tabLst>
                <a:tab algn="l" pos="469800"/>
                <a:tab algn="l" pos="470520"/>
              </a:tabLst>
            </a:pP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Données</a:t>
            </a:r>
            <a:r>
              <a:rPr b="0" lang="fr-FR" sz="1200" spc="-5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sans</a:t>
            </a:r>
            <a:r>
              <a:rPr b="0" lang="fr-FR" sz="1200" spc="-1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information</a:t>
            </a:r>
            <a:r>
              <a:rPr b="0" lang="fr-FR" sz="1200" spc="-5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pertinente</a:t>
            </a:r>
            <a:r>
              <a:rPr b="0" lang="fr-FR" sz="1200" spc="-4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pour</a:t>
            </a:r>
            <a:r>
              <a:rPr b="0" lang="fr-FR" sz="1200" spc="-3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le</a:t>
            </a:r>
            <a:r>
              <a:rPr b="0" lang="fr-FR" sz="1200" spc="-7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modèle</a:t>
            </a:r>
            <a:r>
              <a:rPr b="0" lang="fr-FR" sz="1200" spc="-41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(voir </a:t>
            </a:r>
            <a:r>
              <a:rPr b="0" lang="fr-FR" sz="1200" spc="-12" strike="noStrike">
                <a:solidFill>
                  <a:srgbClr val="292934"/>
                </a:solidFill>
                <a:latin typeface="Arial"/>
                <a:ea typeface="DejaVu Sans"/>
              </a:rPr>
              <a:t>exemples)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lvl="2" marL="744120" indent="-183600">
              <a:lnSpc>
                <a:spcPct val="100000"/>
              </a:lnSpc>
              <a:spcBef>
                <a:spcPts val="235"/>
              </a:spcBef>
              <a:buClr>
                <a:srgbClr val="92a199"/>
              </a:buClr>
              <a:buSzPct val="90000"/>
              <a:buFont typeface="Symbol"/>
              <a:buChar char=""/>
              <a:tabLst>
                <a:tab algn="l" pos="744120"/>
                <a:tab algn="l" pos="744840"/>
              </a:tabLst>
            </a:pPr>
            <a:r>
              <a:rPr b="0" lang="fr-FR" sz="1000" spc="-12" strike="noStrike">
                <a:solidFill>
                  <a:srgbClr val="292934"/>
                </a:solidFill>
                <a:latin typeface="Arial"/>
                <a:ea typeface="DejaVu Sans"/>
              </a:rPr>
              <a:t>DefaultData</a:t>
            </a:r>
            <a:r>
              <a:rPr b="0" lang="fr-FR" sz="1000" spc="-3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000" spc="-1" strike="noStrike">
                <a:solidFill>
                  <a:srgbClr val="292934"/>
                </a:solidFill>
                <a:latin typeface="Arial"/>
                <a:ea typeface="DejaVu Sans"/>
              </a:rPr>
              <a:t>:</a:t>
            </a:r>
            <a:r>
              <a:rPr b="0" lang="fr-FR" sz="1000" spc="-21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000" spc="-1" strike="noStrike">
                <a:solidFill>
                  <a:srgbClr val="292934"/>
                </a:solidFill>
                <a:latin typeface="Arial"/>
                <a:ea typeface="DejaVu Sans"/>
              </a:rPr>
              <a:t>sens</a:t>
            </a:r>
            <a:r>
              <a:rPr b="0" lang="fr-FR" sz="1000" spc="-21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000" spc="-1" strike="noStrike">
                <a:solidFill>
                  <a:srgbClr val="292934"/>
                </a:solidFill>
                <a:latin typeface="Arial"/>
                <a:ea typeface="DejaVu Sans"/>
              </a:rPr>
              <a:t>de</a:t>
            </a:r>
            <a:r>
              <a:rPr b="0" lang="fr-FR" sz="1000" spc="-21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000" spc="-1" strike="noStrike">
                <a:solidFill>
                  <a:srgbClr val="292934"/>
                </a:solidFill>
                <a:latin typeface="Arial"/>
                <a:ea typeface="DejaVu Sans"/>
              </a:rPr>
              <a:t>la</a:t>
            </a:r>
            <a:r>
              <a:rPr b="0" lang="fr-FR" sz="1000" spc="-1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000" spc="-1" strike="noStrike">
                <a:solidFill>
                  <a:srgbClr val="292934"/>
                </a:solidFill>
                <a:latin typeface="Arial"/>
                <a:ea typeface="DejaVu Sans"/>
              </a:rPr>
              <a:t>feature</a:t>
            </a:r>
            <a:r>
              <a:rPr b="0" lang="fr-FR" sz="1000" spc="-41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000" spc="-1" strike="noStrike">
                <a:solidFill>
                  <a:srgbClr val="292934"/>
                </a:solidFill>
                <a:latin typeface="Arial"/>
                <a:ea typeface="DejaVu Sans"/>
              </a:rPr>
              <a:t>non</a:t>
            </a:r>
            <a:r>
              <a:rPr b="0" lang="fr-FR" sz="1000" spc="-1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000" spc="-12" strike="noStrike">
                <a:solidFill>
                  <a:srgbClr val="292934"/>
                </a:solidFill>
                <a:latin typeface="Arial"/>
                <a:ea typeface="DejaVu Sans"/>
              </a:rPr>
              <a:t>expliqué</a:t>
            </a:r>
            <a:r>
              <a:rPr b="0" lang="fr-FR" sz="1000" spc="-1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000" spc="-1" strike="noStrike">
                <a:solidFill>
                  <a:srgbClr val="292934"/>
                </a:solidFill>
                <a:latin typeface="Arial"/>
                <a:ea typeface="DejaVu Sans"/>
              </a:rPr>
              <a:t>+</a:t>
            </a:r>
            <a:r>
              <a:rPr b="0" lang="fr-FR" sz="1000" spc="-12" strike="noStrike">
                <a:solidFill>
                  <a:srgbClr val="292934"/>
                </a:solidFill>
                <a:latin typeface="Arial"/>
                <a:ea typeface="DejaVu Sans"/>
              </a:rPr>
              <a:t> booléen</a:t>
            </a:r>
            <a:r>
              <a:rPr b="0" lang="fr-FR" sz="1000" spc="-1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000" spc="-1" strike="noStrike">
                <a:solidFill>
                  <a:srgbClr val="292934"/>
                </a:solidFill>
                <a:latin typeface="Arial"/>
                <a:ea typeface="DejaVu Sans"/>
              </a:rPr>
              <a:t>avec</a:t>
            </a:r>
            <a:r>
              <a:rPr b="0" lang="fr-FR" sz="1000" spc="-12" strike="noStrike">
                <a:solidFill>
                  <a:srgbClr val="292934"/>
                </a:solidFill>
                <a:latin typeface="Arial"/>
                <a:ea typeface="DejaVu Sans"/>
              </a:rPr>
              <a:t> beaucoup</a:t>
            </a:r>
            <a:r>
              <a:rPr b="0" lang="fr-FR" sz="1000" spc="-41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000" spc="-1" strike="noStrike">
                <a:solidFill>
                  <a:srgbClr val="292934"/>
                </a:solidFill>
                <a:latin typeface="Arial"/>
                <a:ea typeface="DejaVu Sans"/>
              </a:rPr>
              <a:t>de</a:t>
            </a:r>
            <a:r>
              <a:rPr b="0" lang="fr-FR" sz="1000" spc="-21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000" spc="-26" strike="noStrike">
                <a:solidFill>
                  <a:srgbClr val="292934"/>
                </a:solidFill>
                <a:latin typeface="Arial"/>
                <a:ea typeface="DejaVu Sans"/>
              </a:rPr>
              <a:t>NaN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lvl="2" marL="744120" indent="-183600">
              <a:lnSpc>
                <a:spcPct val="100000"/>
              </a:lnSpc>
              <a:spcBef>
                <a:spcPts val="241"/>
              </a:spcBef>
              <a:buClr>
                <a:srgbClr val="92a199"/>
              </a:buClr>
              <a:buSzPct val="90000"/>
              <a:buFont typeface="Symbol"/>
              <a:buChar char=""/>
              <a:tabLst>
                <a:tab algn="l" pos="744120"/>
                <a:tab algn="l" pos="744840"/>
              </a:tabLst>
            </a:pPr>
            <a:r>
              <a:rPr b="0" lang="fr-FR" sz="1000" spc="-1" strike="noStrike">
                <a:solidFill>
                  <a:srgbClr val="292934"/>
                </a:solidFill>
                <a:latin typeface="Arial"/>
                <a:ea typeface="DejaVu Sans"/>
              </a:rPr>
              <a:t>SPD</a:t>
            </a:r>
            <a:r>
              <a:rPr b="0" lang="fr-FR" sz="1000" spc="-7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000" spc="-1" strike="noStrike">
                <a:solidFill>
                  <a:srgbClr val="292934"/>
                </a:solidFill>
                <a:latin typeface="Arial"/>
                <a:ea typeface="DejaVu Sans"/>
              </a:rPr>
              <a:t>Beats</a:t>
            </a:r>
            <a:r>
              <a:rPr b="0" lang="fr-FR" sz="1000" spc="-21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000" spc="-1" strike="noStrike">
                <a:solidFill>
                  <a:srgbClr val="292934"/>
                </a:solidFill>
                <a:latin typeface="Arial"/>
                <a:ea typeface="DejaVu Sans"/>
              </a:rPr>
              <a:t>:</a:t>
            </a:r>
            <a:r>
              <a:rPr b="0" lang="fr-FR" sz="1000" spc="-1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000" spc="-12" strike="noStrike">
                <a:solidFill>
                  <a:srgbClr val="292934"/>
                </a:solidFill>
                <a:latin typeface="Arial"/>
                <a:ea typeface="DejaVu Sans"/>
              </a:rPr>
              <a:t>informations</a:t>
            </a:r>
            <a:r>
              <a:rPr b="0" lang="fr-FR" sz="1000" spc="-41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000" spc="-1" strike="noStrike">
                <a:solidFill>
                  <a:srgbClr val="292934"/>
                </a:solidFill>
                <a:latin typeface="Arial"/>
                <a:ea typeface="DejaVu Sans"/>
              </a:rPr>
              <a:t>non</a:t>
            </a:r>
            <a:r>
              <a:rPr b="0" lang="fr-FR" sz="1000" spc="-3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000" spc="-1" strike="noStrike">
                <a:solidFill>
                  <a:srgbClr val="292934"/>
                </a:solidFill>
                <a:latin typeface="Arial"/>
                <a:ea typeface="DejaVu Sans"/>
              </a:rPr>
              <a:t>utiles à</a:t>
            </a:r>
            <a:r>
              <a:rPr b="0" lang="fr-FR" sz="1000" spc="-1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000" spc="-1" strike="noStrike">
                <a:solidFill>
                  <a:srgbClr val="292934"/>
                </a:solidFill>
                <a:latin typeface="Arial"/>
                <a:ea typeface="DejaVu Sans"/>
              </a:rPr>
              <a:t>la</a:t>
            </a:r>
            <a:r>
              <a:rPr b="0" lang="fr-FR" sz="1000" spc="-21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000" spc="-12" strike="noStrike">
                <a:solidFill>
                  <a:srgbClr val="292934"/>
                </a:solidFill>
                <a:latin typeface="Arial"/>
                <a:ea typeface="DejaVu Sans"/>
              </a:rPr>
              <a:t>problématique</a:t>
            </a:r>
            <a:r>
              <a:rPr b="0" lang="fr-FR" sz="1000" spc="-3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000" spc="-1" strike="noStrike">
                <a:solidFill>
                  <a:srgbClr val="292934"/>
                </a:solidFill>
                <a:latin typeface="Arial"/>
                <a:ea typeface="DejaVu Sans"/>
              </a:rPr>
              <a:t>+</a:t>
            </a:r>
            <a:r>
              <a:rPr b="0" lang="fr-FR" sz="1000" spc="-12" strike="noStrike">
                <a:solidFill>
                  <a:srgbClr val="292934"/>
                </a:solidFill>
                <a:latin typeface="Arial"/>
                <a:ea typeface="DejaVu Sans"/>
              </a:rPr>
              <a:t> beaucoup</a:t>
            </a:r>
            <a:r>
              <a:rPr b="0" lang="fr-FR" sz="1000" spc="-3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000" spc="-1" strike="noStrike">
                <a:solidFill>
                  <a:srgbClr val="292934"/>
                </a:solidFill>
                <a:latin typeface="Arial"/>
                <a:ea typeface="DejaVu Sans"/>
              </a:rPr>
              <a:t>de</a:t>
            </a:r>
            <a:r>
              <a:rPr b="0" lang="fr-FR" sz="1000" spc="-1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000" spc="-26" strike="noStrike">
                <a:solidFill>
                  <a:srgbClr val="292934"/>
                </a:solidFill>
                <a:latin typeface="Arial"/>
                <a:ea typeface="DejaVu Sans"/>
              </a:rPr>
              <a:t>NaN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 lvl="2" marL="744120" indent="-183600">
              <a:lnSpc>
                <a:spcPct val="100000"/>
              </a:lnSpc>
              <a:spcBef>
                <a:spcPts val="241"/>
              </a:spcBef>
              <a:buClr>
                <a:srgbClr val="92a199"/>
              </a:buClr>
              <a:buSzPct val="90000"/>
              <a:buFont typeface="Symbol"/>
              <a:buChar char=""/>
              <a:tabLst>
                <a:tab algn="l" pos="744120"/>
                <a:tab algn="l" pos="744840"/>
              </a:tabLst>
            </a:pPr>
            <a:r>
              <a:rPr b="0" lang="fr-FR" sz="1000" spc="-1" strike="noStrike">
                <a:solidFill>
                  <a:srgbClr val="292934"/>
                </a:solidFill>
                <a:latin typeface="Arial"/>
                <a:ea typeface="DejaVu Sans"/>
              </a:rPr>
              <a:t>Features</a:t>
            </a:r>
            <a:r>
              <a:rPr b="0" lang="fr-FR" sz="1000" spc="-3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000" spc="-12" strike="noStrike">
                <a:solidFill>
                  <a:srgbClr val="292934"/>
                </a:solidFill>
                <a:latin typeface="Arial"/>
                <a:ea typeface="DejaVu Sans"/>
              </a:rPr>
              <a:t>redondantes</a:t>
            </a:r>
            <a:r>
              <a:rPr b="0" lang="fr-FR" sz="1000" spc="-4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000" spc="-1" strike="noStrike">
                <a:solidFill>
                  <a:srgbClr val="292934"/>
                </a:solidFill>
                <a:latin typeface="Arial"/>
                <a:ea typeface="DejaVu Sans"/>
              </a:rPr>
              <a:t>(address</a:t>
            </a:r>
            <a:r>
              <a:rPr b="0" lang="fr-FR" sz="1000" spc="-3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000" spc="-1" strike="noStrike">
                <a:solidFill>
                  <a:srgbClr val="292934"/>
                </a:solidFill>
                <a:latin typeface="Arial"/>
                <a:ea typeface="DejaVu Sans"/>
              </a:rPr>
              <a:t>/</a:t>
            </a:r>
            <a:r>
              <a:rPr b="0" lang="fr-FR" sz="1000" spc="-2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000" spc="-12" strike="noStrike">
                <a:solidFill>
                  <a:srgbClr val="292934"/>
                </a:solidFill>
                <a:latin typeface="Arial"/>
                <a:ea typeface="DejaVu Sans"/>
              </a:rPr>
              <a:t>zipcode</a:t>
            </a:r>
            <a:r>
              <a:rPr b="0" lang="fr-FR" sz="1000" spc="-1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000" spc="-12" strike="noStrike">
                <a:solidFill>
                  <a:srgbClr val="292934"/>
                </a:solidFill>
                <a:latin typeface="Arial"/>
                <a:ea typeface="DejaVu Sans"/>
              </a:rPr>
              <a:t>remplacées</a:t>
            </a:r>
            <a:r>
              <a:rPr b="0" lang="fr-FR" sz="1000" spc="-4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000" spc="-1" strike="noStrike">
                <a:solidFill>
                  <a:srgbClr val="292934"/>
                </a:solidFill>
                <a:latin typeface="Arial"/>
                <a:ea typeface="DejaVu Sans"/>
              </a:rPr>
              <a:t>par</a:t>
            </a:r>
            <a:r>
              <a:rPr b="0" lang="fr-FR" sz="1000" spc="-2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000" spc="-1" strike="noStrike">
                <a:solidFill>
                  <a:srgbClr val="292934"/>
                </a:solidFill>
                <a:latin typeface="Arial"/>
                <a:ea typeface="DejaVu Sans"/>
              </a:rPr>
              <a:t>latitude</a:t>
            </a:r>
            <a:r>
              <a:rPr b="0" lang="fr-FR" sz="1000" spc="-1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000" spc="-1" strike="noStrike">
                <a:solidFill>
                  <a:srgbClr val="292934"/>
                </a:solidFill>
                <a:latin typeface="Arial"/>
                <a:ea typeface="DejaVu Sans"/>
              </a:rPr>
              <a:t>et</a:t>
            </a:r>
            <a:r>
              <a:rPr b="0" lang="fr-FR" sz="1000" spc="-41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000" spc="-12" strike="noStrike">
                <a:solidFill>
                  <a:srgbClr val="292934"/>
                </a:solidFill>
                <a:latin typeface="Arial"/>
                <a:ea typeface="DejaVu Sans"/>
              </a:rPr>
              <a:t>longitude)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object 10"/>
          <p:cNvSpPr/>
          <p:nvPr/>
        </p:nvSpPr>
        <p:spPr>
          <a:xfrm>
            <a:off x="536040" y="4612320"/>
            <a:ext cx="3053160" cy="19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95120" indent="-182160">
              <a:lnSpc>
                <a:spcPct val="100000"/>
              </a:lnSpc>
              <a:spcBef>
                <a:spcPts val="99"/>
              </a:spcBef>
              <a:buClr>
                <a:srgbClr val="92a199"/>
              </a:buClr>
              <a:buSzPct val="83000"/>
              <a:buFont typeface="Symbol"/>
              <a:buChar char=""/>
              <a:tabLst>
                <a:tab algn="l" pos="195120"/>
                <a:tab algn="l" pos="195480"/>
              </a:tabLst>
            </a:pPr>
            <a:r>
              <a:rPr b="0" lang="fr-FR" sz="1200" spc="-12" strike="noStrike">
                <a:solidFill>
                  <a:srgbClr val="292934"/>
                </a:solidFill>
                <a:latin typeface="Arial"/>
                <a:ea typeface="DejaVu Sans"/>
              </a:rPr>
              <a:t>Log2-transformation</a:t>
            </a:r>
            <a:r>
              <a:rPr b="0" lang="fr-FR" sz="1200" spc="-1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2" strike="noStrike">
                <a:solidFill>
                  <a:srgbClr val="292934"/>
                </a:solidFill>
                <a:latin typeface="Arial"/>
                <a:ea typeface="DejaVu Sans"/>
              </a:rPr>
              <a:t>variable</a:t>
            </a:r>
            <a:r>
              <a:rPr b="0" lang="fr-FR" sz="1200" spc="-7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de </a:t>
            </a:r>
            <a:r>
              <a:rPr b="0" lang="fr-FR" sz="1200" spc="-12" strike="noStrike">
                <a:solidFill>
                  <a:srgbClr val="292934"/>
                </a:solidFill>
                <a:latin typeface="Arial"/>
                <a:ea typeface="DejaVu Sans"/>
              </a:rPr>
              <a:t>prédiction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object 11"/>
          <p:cNvSpPr/>
          <p:nvPr/>
        </p:nvSpPr>
        <p:spPr>
          <a:xfrm>
            <a:off x="7700040" y="27000"/>
            <a:ext cx="12312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332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b="1" lang="fr-FR" sz="1400" spc="-1" strike="noStrike">
                <a:solidFill>
                  <a:srgbClr val="ffffff"/>
                </a:solidFill>
                <a:latin typeface="Arial"/>
                <a:ea typeface="DejaVu Sans"/>
              </a:rPr>
              <a:t>8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13" name="object 12" descr=""/>
          <p:cNvPicPr/>
          <p:nvPr/>
        </p:nvPicPr>
        <p:blipFill>
          <a:blip r:embed="rId1"/>
          <a:stretch/>
        </p:blipFill>
        <p:spPr>
          <a:xfrm>
            <a:off x="5393520" y="5017680"/>
            <a:ext cx="833040" cy="658080"/>
          </a:xfrm>
          <a:prstGeom prst="rect">
            <a:avLst/>
          </a:prstGeom>
          <a:ln w="0">
            <a:noFill/>
          </a:ln>
        </p:spPr>
      </p:pic>
      <p:grpSp>
        <p:nvGrpSpPr>
          <p:cNvPr id="214" name="object 13"/>
          <p:cNvGrpSpPr/>
          <p:nvPr/>
        </p:nvGrpSpPr>
        <p:grpSpPr>
          <a:xfrm>
            <a:off x="4025160" y="5038920"/>
            <a:ext cx="1294560" cy="628200"/>
            <a:chOff x="4025160" y="5038920"/>
            <a:chExt cx="1294560" cy="628200"/>
          </a:xfrm>
        </p:grpSpPr>
        <p:pic>
          <p:nvPicPr>
            <p:cNvPr id="215" name="object 14" descr=""/>
            <p:cNvPicPr/>
            <p:nvPr/>
          </p:nvPicPr>
          <p:blipFill>
            <a:blip r:embed="rId2"/>
            <a:stretch/>
          </p:blipFill>
          <p:spPr>
            <a:xfrm>
              <a:off x="4025160" y="5038920"/>
              <a:ext cx="893520" cy="62820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216" name="object 15"/>
            <p:cNvSpPr/>
            <p:nvPr/>
          </p:nvSpPr>
          <p:spPr>
            <a:xfrm>
              <a:off x="4961520" y="5292360"/>
              <a:ext cx="358200" cy="142200"/>
            </a:xfrm>
            <a:custGeom>
              <a:avLst/>
              <a:gdLst>
                <a:gd name="textAreaLeft" fmla="*/ 0 w 358200"/>
                <a:gd name="textAreaRight" fmla="*/ 360000 w 358200"/>
                <a:gd name="textAreaTop" fmla="*/ 0 h 142200"/>
                <a:gd name="textAreaBottom" fmla="*/ 144000 h 142200"/>
              </a:gdLst>
              <a:ahLst/>
              <a:rect l="textAreaLeft" t="textAreaTop" r="textAreaRight" b="textAreaBottom"/>
              <a:pathLst>
                <a:path w="360045" h="144145">
                  <a:moveTo>
                    <a:pt x="288035" y="0"/>
                  </a:moveTo>
                  <a:lnTo>
                    <a:pt x="288035" y="36004"/>
                  </a:lnTo>
                  <a:lnTo>
                    <a:pt x="0" y="36004"/>
                  </a:lnTo>
                  <a:lnTo>
                    <a:pt x="0" y="108013"/>
                  </a:lnTo>
                  <a:lnTo>
                    <a:pt x="288035" y="108013"/>
                  </a:lnTo>
                  <a:lnTo>
                    <a:pt x="288035" y="144018"/>
                  </a:lnTo>
                  <a:lnTo>
                    <a:pt x="360044" y="72009"/>
                  </a:lnTo>
                  <a:lnTo>
                    <a:pt x="288035" y="0"/>
                  </a:lnTo>
                  <a:close/>
                </a:path>
              </a:pathLst>
            </a:custGeom>
            <a:solidFill>
              <a:srgbClr val="29293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</a:pPr>
              <a:endParaRPr b="0" lang="fr-FR" sz="1800" spc="-1" strike="noStrike">
                <a:solidFill>
                  <a:srgbClr val="ffffff"/>
                </a:solidFill>
                <a:latin typeface="Arial"/>
                <a:ea typeface="DejaVu Sans"/>
              </a:endParaRPr>
            </a:p>
          </p:txBody>
        </p:sp>
        <p:sp>
          <p:nvSpPr>
            <p:cNvPr id="217" name="object 16"/>
            <p:cNvSpPr/>
            <p:nvPr/>
          </p:nvSpPr>
          <p:spPr>
            <a:xfrm>
              <a:off x="4961520" y="5292360"/>
              <a:ext cx="358200" cy="142200"/>
            </a:xfrm>
            <a:custGeom>
              <a:avLst/>
              <a:gdLst>
                <a:gd name="textAreaLeft" fmla="*/ 0 w 358200"/>
                <a:gd name="textAreaRight" fmla="*/ 360000 w 358200"/>
                <a:gd name="textAreaTop" fmla="*/ 0 h 142200"/>
                <a:gd name="textAreaBottom" fmla="*/ 144000 h 142200"/>
              </a:gdLst>
              <a:ahLst/>
              <a:rect l="textAreaLeft" t="textAreaTop" r="textAreaRight" b="textAreaBottom"/>
              <a:pathLst>
                <a:path w="360045" h="144145">
                  <a:moveTo>
                    <a:pt x="0" y="36004"/>
                  </a:moveTo>
                  <a:lnTo>
                    <a:pt x="288035" y="36004"/>
                  </a:lnTo>
                  <a:lnTo>
                    <a:pt x="288035" y="0"/>
                  </a:lnTo>
                  <a:lnTo>
                    <a:pt x="360044" y="72009"/>
                  </a:lnTo>
                  <a:lnTo>
                    <a:pt x="288035" y="144018"/>
                  </a:lnTo>
                  <a:lnTo>
                    <a:pt x="288035" y="108013"/>
                  </a:lnTo>
                  <a:lnTo>
                    <a:pt x="0" y="108013"/>
                  </a:lnTo>
                  <a:lnTo>
                    <a:pt x="0" y="36004"/>
                  </a:lnTo>
                  <a:close/>
                </a:path>
              </a:pathLst>
            </a:custGeom>
            <a:noFill/>
            <a:ln w="26424">
              <a:solidFill>
                <a:srgbClr val="292934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</a:pPr>
              <a:endParaRPr b="0" lang="fr-FR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</p:grpSp>
      <p:sp>
        <p:nvSpPr>
          <p:cNvPr id="218" name="object 17"/>
          <p:cNvSpPr/>
          <p:nvPr/>
        </p:nvSpPr>
        <p:spPr>
          <a:xfrm>
            <a:off x="7719120" y="3804120"/>
            <a:ext cx="1050480" cy="69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14480" indent="-114480">
              <a:lnSpc>
                <a:spcPct val="100000"/>
              </a:lnSpc>
              <a:spcBef>
                <a:spcPts val="99"/>
              </a:spcBef>
              <a:buClr>
                <a:srgbClr val="292934"/>
              </a:buClr>
              <a:buFont typeface="Symbol"/>
              <a:buChar char=""/>
              <a:tabLst>
                <a:tab algn="l" pos="114480"/>
              </a:tabLst>
            </a:pP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5748</a:t>
            </a:r>
            <a:r>
              <a:rPr b="0" lang="fr-FR" sz="1200" spc="-5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2" strike="noStrike">
                <a:solidFill>
                  <a:srgbClr val="292934"/>
                </a:solidFill>
                <a:latin typeface="Arial"/>
                <a:ea typeface="DejaVu Sans"/>
              </a:rPr>
              <a:t>lignes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marL="114480" indent="-114480">
              <a:lnSpc>
                <a:spcPts val="1344"/>
              </a:lnSpc>
              <a:spcBef>
                <a:spcPts val="11"/>
              </a:spcBef>
              <a:buClr>
                <a:srgbClr val="292934"/>
              </a:buClr>
              <a:buFont typeface="Symbol"/>
              <a:buChar char=""/>
              <a:tabLst>
                <a:tab algn="l" pos="114480"/>
              </a:tabLst>
            </a:pP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24</a:t>
            </a:r>
            <a:r>
              <a:rPr b="0" lang="fr-FR" sz="1200" spc="-2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2" strike="noStrike">
                <a:solidFill>
                  <a:srgbClr val="292934"/>
                </a:solidFill>
                <a:latin typeface="Arial"/>
                <a:ea typeface="DejaVu Sans"/>
              </a:rPr>
              <a:t>colonnes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marL="114480">
              <a:lnSpc>
                <a:spcPts val="1239"/>
              </a:lnSpc>
              <a:spcBef>
                <a:spcPts val="116"/>
              </a:spcBef>
              <a:tabLst>
                <a:tab algn="l" pos="114480"/>
              </a:tabLst>
            </a:pP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(3</a:t>
            </a:r>
            <a:r>
              <a:rPr b="0" lang="fr-FR" sz="1200" spc="-1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2" strike="noStrike">
                <a:solidFill>
                  <a:srgbClr val="292934"/>
                </a:solidFill>
                <a:latin typeface="Arial"/>
                <a:ea typeface="DejaVu Sans"/>
              </a:rPr>
              <a:t>variables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de</a:t>
            </a:r>
            <a:r>
              <a:rPr b="0" lang="fr-FR" sz="1200" spc="-12" strike="noStrike">
                <a:solidFill>
                  <a:srgbClr val="292934"/>
                </a:solidFill>
                <a:latin typeface="Arial"/>
                <a:ea typeface="DejaVu Sans"/>
              </a:rPr>
              <a:t> prédiction)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219" name="object 18"/>
          <p:cNvGrpSpPr/>
          <p:nvPr/>
        </p:nvGrpSpPr>
        <p:grpSpPr>
          <a:xfrm>
            <a:off x="6876360" y="3794040"/>
            <a:ext cx="790560" cy="848520"/>
            <a:chOff x="6876360" y="3794040"/>
            <a:chExt cx="790560" cy="848520"/>
          </a:xfrm>
        </p:grpSpPr>
        <p:sp>
          <p:nvSpPr>
            <p:cNvPr id="220" name="object 19"/>
            <p:cNvSpPr/>
            <p:nvPr/>
          </p:nvSpPr>
          <p:spPr>
            <a:xfrm>
              <a:off x="6876360" y="3794040"/>
              <a:ext cx="790560" cy="848520"/>
            </a:xfrm>
            <a:custGeom>
              <a:avLst/>
              <a:gdLst>
                <a:gd name="textAreaLeft" fmla="*/ 0 w 790560"/>
                <a:gd name="textAreaRight" fmla="*/ 792360 w 790560"/>
                <a:gd name="textAreaTop" fmla="*/ 0 h 848520"/>
                <a:gd name="textAreaBottom" fmla="*/ 850320 h 848520"/>
              </a:gdLst>
              <a:ahLst/>
              <a:rect l="textAreaLeft" t="textAreaTop" r="textAreaRight" b="textAreaBottom"/>
              <a:pathLst>
                <a:path w="792479" h="850264">
                  <a:moveTo>
                    <a:pt x="660272" y="0"/>
                  </a:moveTo>
                  <a:lnTo>
                    <a:pt x="132079" y="0"/>
                  </a:lnTo>
                  <a:lnTo>
                    <a:pt x="90302" y="6725"/>
                  </a:lnTo>
                  <a:lnTo>
                    <a:pt x="54041" y="25460"/>
                  </a:lnTo>
                  <a:lnTo>
                    <a:pt x="25460" y="54041"/>
                  </a:lnTo>
                  <a:lnTo>
                    <a:pt x="6725" y="90302"/>
                  </a:lnTo>
                  <a:lnTo>
                    <a:pt x="0" y="132079"/>
                  </a:lnTo>
                  <a:lnTo>
                    <a:pt x="0" y="717956"/>
                  </a:lnTo>
                  <a:lnTo>
                    <a:pt x="6725" y="759705"/>
                  </a:lnTo>
                  <a:lnTo>
                    <a:pt x="25460" y="795962"/>
                  </a:lnTo>
                  <a:lnTo>
                    <a:pt x="54041" y="824553"/>
                  </a:lnTo>
                  <a:lnTo>
                    <a:pt x="90302" y="843303"/>
                  </a:lnTo>
                  <a:lnTo>
                    <a:pt x="132079" y="850036"/>
                  </a:lnTo>
                  <a:lnTo>
                    <a:pt x="660272" y="850036"/>
                  </a:lnTo>
                  <a:lnTo>
                    <a:pt x="702050" y="843303"/>
                  </a:lnTo>
                  <a:lnTo>
                    <a:pt x="738311" y="824553"/>
                  </a:lnTo>
                  <a:lnTo>
                    <a:pt x="766892" y="795962"/>
                  </a:lnTo>
                  <a:lnTo>
                    <a:pt x="785627" y="759705"/>
                  </a:lnTo>
                  <a:lnTo>
                    <a:pt x="792352" y="717956"/>
                  </a:lnTo>
                  <a:lnTo>
                    <a:pt x="792352" y="132079"/>
                  </a:lnTo>
                  <a:lnTo>
                    <a:pt x="785627" y="90302"/>
                  </a:lnTo>
                  <a:lnTo>
                    <a:pt x="766892" y="54041"/>
                  </a:lnTo>
                  <a:lnTo>
                    <a:pt x="738311" y="25460"/>
                  </a:lnTo>
                  <a:lnTo>
                    <a:pt x="702050" y="6725"/>
                  </a:lnTo>
                  <a:lnTo>
                    <a:pt x="660272" y="0"/>
                  </a:lnTo>
                  <a:close/>
                </a:path>
              </a:pathLst>
            </a:custGeom>
            <a:solidFill>
              <a:srgbClr val="92a19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</a:pPr>
              <a:endParaRPr b="0" lang="fr-FR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sp>
          <p:nvSpPr>
            <p:cNvPr id="221" name="object 20"/>
            <p:cNvSpPr/>
            <p:nvPr/>
          </p:nvSpPr>
          <p:spPr>
            <a:xfrm>
              <a:off x="6876360" y="3794040"/>
              <a:ext cx="790560" cy="848520"/>
            </a:xfrm>
            <a:custGeom>
              <a:avLst/>
              <a:gdLst>
                <a:gd name="textAreaLeft" fmla="*/ 0 w 790560"/>
                <a:gd name="textAreaRight" fmla="*/ 792360 w 790560"/>
                <a:gd name="textAreaTop" fmla="*/ 0 h 848520"/>
                <a:gd name="textAreaBottom" fmla="*/ 850320 h 848520"/>
              </a:gdLst>
              <a:ahLst/>
              <a:rect l="textAreaLeft" t="textAreaTop" r="textAreaRight" b="textAreaBottom"/>
              <a:pathLst>
                <a:path w="792479" h="850264">
                  <a:moveTo>
                    <a:pt x="0" y="132079"/>
                  </a:moveTo>
                  <a:lnTo>
                    <a:pt x="6725" y="90302"/>
                  </a:lnTo>
                  <a:lnTo>
                    <a:pt x="25460" y="54041"/>
                  </a:lnTo>
                  <a:lnTo>
                    <a:pt x="54041" y="25460"/>
                  </a:lnTo>
                  <a:lnTo>
                    <a:pt x="90302" y="6725"/>
                  </a:lnTo>
                  <a:lnTo>
                    <a:pt x="132079" y="0"/>
                  </a:lnTo>
                  <a:lnTo>
                    <a:pt x="660272" y="0"/>
                  </a:lnTo>
                  <a:lnTo>
                    <a:pt x="702050" y="6725"/>
                  </a:lnTo>
                  <a:lnTo>
                    <a:pt x="738311" y="25460"/>
                  </a:lnTo>
                  <a:lnTo>
                    <a:pt x="766892" y="54041"/>
                  </a:lnTo>
                  <a:lnTo>
                    <a:pt x="785627" y="90302"/>
                  </a:lnTo>
                  <a:lnTo>
                    <a:pt x="792352" y="132079"/>
                  </a:lnTo>
                  <a:lnTo>
                    <a:pt x="792352" y="717956"/>
                  </a:lnTo>
                  <a:lnTo>
                    <a:pt x="785627" y="759705"/>
                  </a:lnTo>
                  <a:lnTo>
                    <a:pt x="766892" y="795962"/>
                  </a:lnTo>
                  <a:lnTo>
                    <a:pt x="738311" y="824553"/>
                  </a:lnTo>
                  <a:lnTo>
                    <a:pt x="702050" y="843303"/>
                  </a:lnTo>
                  <a:lnTo>
                    <a:pt x="660272" y="850036"/>
                  </a:lnTo>
                  <a:lnTo>
                    <a:pt x="132079" y="850036"/>
                  </a:lnTo>
                  <a:lnTo>
                    <a:pt x="90302" y="843303"/>
                  </a:lnTo>
                  <a:lnTo>
                    <a:pt x="54041" y="824553"/>
                  </a:lnTo>
                  <a:lnTo>
                    <a:pt x="25460" y="795962"/>
                  </a:lnTo>
                  <a:lnTo>
                    <a:pt x="6725" y="759705"/>
                  </a:lnTo>
                  <a:lnTo>
                    <a:pt x="0" y="717956"/>
                  </a:lnTo>
                  <a:lnTo>
                    <a:pt x="0" y="132079"/>
                  </a:lnTo>
                  <a:close/>
                </a:path>
              </a:pathLst>
            </a:custGeom>
            <a:noFill/>
            <a:ln w="26424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</a:pPr>
              <a:endParaRPr b="0" lang="fr-FR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</p:grpSp>
      <p:sp>
        <p:nvSpPr>
          <p:cNvPr id="222" name="object 21"/>
          <p:cNvSpPr/>
          <p:nvPr/>
        </p:nvSpPr>
        <p:spPr>
          <a:xfrm>
            <a:off x="7012800" y="3819960"/>
            <a:ext cx="532800" cy="75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35640" bIns="0" anchor="t">
            <a:spAutoFit/>
          </a:bodyPr>
          <a:p>
            <a:pPr algn="ctr">
              <a:lnSpc>
                <a:spcPct val="86000"/>
              </a:lnSpc>
              <a:spcBef>
                <a:spcPts val="281"/>
              </a:spcBef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Jeu</a:t>
            </a:r>
            <a:r>
              <a:rPr b="0" lang="fr-FR" sz="1100" spc="-21" strike="noStrike">
                <a:solidFill>
                  <a:srgbClr val="ffffff"/>
                </a:solidFill>
                <a:latin typeface="Arial"/>
                <a:ea typeface="DejaVu Sans"/>
              </a:rPr>
              <a:t> </a:t>
            </a:r>
            <a:r>
              <a:rPr b="0" lang="fr-FR" sz="1100" spc="-12" strike="noStrike">
                <a:solidFill>
                  <a:srgbClr val="ffffff"/>
                </a:solidFill>
                <a:latin typeface="Arial"/>
                <a:ea typeface="DejaVu Sans"/>
              </a:rPr>
              <a:t>final </a:t>
            </a:r>
            <a:r>
              <a:rPr b="0" i="1" lang="fr-FR" sz="1100" spc="-21" strike="noStrike">
                <a:solidFill>
                  <a:srgbClr val="ffffff"/>
                </a:solidFill>
                <a:latin typeface="Arial"/>
                <a:ea typeface="DejaVu Sans"/>
              </a:rPr>
              <a:t>sans </a:t>
            </a:r>
            <a:r>
              <a:rPr b="0" i="1" lang="fr-FR" sz="1100" spc="-12" strike="noStrike">
                <a:solidFill>
                  <a:srgbClr val="ffffff"/>
                </a:solidFill>
                <a:latin typeface="Arial"/>
                <a:ea typeface="DejaVu Sans"/>
              </a:rPr>
              <a:t>Energy </a:t>
            </a:r>
            <a:r>
              <a:rPr b="0" i="1" lang="fr-FR" sz="1100" spc="-21" strike="noStrike">
                <a:solidFill>
                  <a:srgbClr val="ffffff"/>
                </a:solidFill>
                <a:latin typeface="Arial"/>
                <a:ea typeface="DejaVu Sans"/>
              </a:rPr>
              <a:t>Star </a:t>
            </a:r>
            <a:r>
              <a:rPr b="0" i="1" lang="fr-FR" sz="1100" spc="-12" strike="noStrike">
                <a:solidFill>
                  <a:srgbClr val="ffffff"/>
                </a:solidFill>
                <a:latin typeface="Arial"/>
                <a:ea typeface="DejaVu Sans"/>
              </a:rPr>
              <a:t>Score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223" name="object 22"/>
          <p:cNvGrpSpPr/>
          <p:nvPr/>
        </p:nvGrpSpPr>
        <p:grpSpPr>
          <a:xfrm>
            <a:off x="7668720" y="4728960"/>
            <a:ext cx="1186920" cy="848520"/>
            <a:chOff x="7668720" y="4728960"/>
            <a:chExt cx="1186920" cy="848520"/>
          </a:xfrm>
        </p:grpSpPr>
        <p:sp>
          <p:nvSpPr>
            <p:cNvPr id="224" name="object 23"/>
            <p:cNvSpPr/>
            <p:nvPr/>
          </p:nvSpPr>
          <p:spPr>
            <a:xfrm>
              <a:off x="7668720" y="4728960"/>
              <a:ext cx="1186920" cy="848520"/>
            </a:xfrm>
            <a:custGeom>
              <a:avLst/>
              <a:gdLst>
                <a:gd name="textAreaLeft" fmla="*/ 0 w 1186920"/>
                <a:gd name="textAreaRight" fmla="*/ 1188720 w 1186920"/>
                <a:gd name="textAreaTop" fmla="*/ 0 h 848520"/>
                <a:gd name="textAreaBottom" fmla="*/ 850320 h 848520"/>
              </a:gdLst>
              <a:ahLst/>
              <a:rect l="textAreaLeft" t="textAreaTop" r="textAreaRight" b="textAreaBottom"/>
              <a:pathLst>
                <a:path w="1188720" h="850264">
                  <a:moveTo>
                    <a:pt x="1046987" y="0"/>
                  </a:moveTo>
                  <a:lnTo>
                    <a:pt x="141731" y="0"/>
                  </a:lnTo>
                  <a:lnTo>
                    <a:pt x="96950" y="7223"/>
                  </a:lnTo>
                  <a:lnTo>
                    <a:pt x="58046" y="27337"/>
                  </a:lnTo>
                  <a:lnTo>
                    <a:pt x="27358" y="58007"/>
                  </a:lnTo>
                  <a:lnTo>
                    <a:pt x="7229" y="96900"/>
                  </a:lnTo>
                  <a:lnTo>
                    <a:pt x="0" y="141681"/>
                  </a:lnTo>
                  <a:lnTo>
                    <a:pt x="0" y="708405"/>
                  </a:lnTo>
                  <a:lnTo>
                    <a:pt x="7229" y="753186"/>
                  </a:lnTo>
                  <a:lnTo>
                    <a:pt x="27358" y="792079"/>
                  </a:lnTo>
                  <a:lnTo>
                    <a:pt x="58046" y="822749"/>
                  </a:lnTo>
                  <a:lnTo>
                    <a:pt x="96950" y="842863"/>
                  </a:lnTo>
                  <a:lnTo>
                    <a:pt x="141731" y="850087"/>
                  </a:lnTo>
                  <a:lnTo>
                    <a:pt x="1046987" y="850087"/>
                  </a:lnTo>
                  <a:lnTo>
                    <a:pt x="1091756" y="842863"/>
                  </a:lnTo>
                  <a:lnTo>
                    <a:pt x="1130629" y="822749"/>
                  </a:lnTo>
                  <a:lnTo>
                    <a:pt x="1161278" y="792079"/>
                  </a:lnTo>
                  <a:lnTo>
                    <a:pt x="1181376" y="753186"/>
                  </a:lnTo>
                  <a:lnTo>
                    <a:pt x="1188592" y="708405"/>
                  </a:lnTo>
                  <a:lnTo>
                    <a:pt x="1188592" y="141681"/>
                  </a:lnTo>
                  <a:lnTo>
                    <a:pt x="1181376" y="96900"/>
                  </a:lnTo>
                  <a:lnTo>
                    <a:pt x="1161278" y="58007"/>
                  </a:lnTo>
                  <a:lnTo>
                    <a:pt x="1130629" y="27337"/>
                  </a:lnTo>
                  <a:lnTo>
                    <a:pt x="1091756" y="7223"/>
                  </a:lnTo>
                  <a:lnTo>
                    <a:pt x="1046987" y="0"/>
                  </a:lnTo>
                  <a:close/>
                </a:path>
              </a:pathLst>
            </a:custGeom>
            <a:solidFill>
              <a:srgbClr val="dcdfde">
                <a:alpha val="90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</a:pPr>
              <a:endParaRPr b="0" lang="fr-FR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sp>
          <p:nvSpPr>
            <p:cNvPr id="225" name="object 24"/>
            <p:cNvSpPr/>
            <p:nvPr/>
          </p:nvSpPr>
          <p:spPr>
            <a:xfrm>
              <a:off x="7668720" y="4728960"/>
              <a:ext cx="1186920" cy="848520"/>
            </a:xfrm>
            <a:custGeom>
              <a:avLst/>
              <a:gdLst>
                <a:gd name="textAreaLeft" fmla="*/ 0 w 1186920"/>
                <a:gd name="textAreaRight" fmla="*/ 1188720 w 1186920"/>
                <a:gd name="textAreaTop" fmla="*/ 0 h 848520"/>
                <a:gd name="textAreaBottom" fmla="*/ 850320 h 848520"/>
              </a:gdLst>
              <a:ahLst/>
              <a:rect l="textAreaLeft" t="textAreaTop" r="textAreaRight" b="textAreaBottom"/>
              <a:pathLst>
                <a:path w="1188720" h="850264">
                  <a:moveTo>
                    <a:pt x="0" y="141681"/>
                  </a:moveTo>
                  <a:lnTo>
                    <a:pt x="7229" y="96900"/>
                  </a:lnTo>
                  <a:lnTo>
                    <a:pt x="27358" y="58007"/>
                  </a:lnTo>
                  <a:lnTo>
                    <a:pt x="58046" y="27337"/>
                  </a:lnTo>
                  <a:lnTo>
                    <a:pt x="96950" y="7223"/>
                  </a:lnTo>
                  <a:lnTo>
                    <a:pt x="141731" y="0"/>
                  </a:lnTo>
                  <a:lnTo>
                    <a:pt x="1046987" y="0"/>
                  </a:lnTo>
                  <a:lnTo>
                    <a:pt x="1091756" y="7223"/>
                  </a:lnTo>
                  <a:lnTo>
                    <a:pt x="1130629" y="27337"/>
                  </a:lnTo>
                  <a:lnTo>
                    <a:pt x="1161278" y="58007"/>
                  </a:lnTo>
                  <a:lnTo>
                    <a:pt x="1181376" y="96900"/>
                  </a:lnTo>
                  <a:lnTo>
                    <a:pt x="1188592" y="141681"/>
                  </a:lnTo>
                  <a:lnTo>
                    <a:pt x="1188592" y="708405"/>
                  </a:lnTo>
                  <a:lnTo>
                    <a:pt x="1181376" y="753186"/>
                  </a:lnTo>
                  <a:lnTo>
                    <a:pt x="1161278" y="792079"/>
                  </a:lnTo>
                  <a:lnTo>
                    <a:pt x="1130629" y="822749"/>
                  </a:lnTo>
                  <a:lnTo>
                    <a:pt x="1091756" y="842863"/>
                  </a:lnTo>
                  <a:lnTo>
                    <a:pt x="1046987" y="850087"/>
                  </a:lnTo>
                  <a:lnTo>
                    <a:pt x="141731" y="850087"/>
                  </a:lnTo>
                  <a:lnTo>
                    <a:pt x="96950" y="842863"/>
                  </a:lnTo>
                  <a:lnTo>
                    <a:pt x="58046" y="822749"/>
                  </a:lnTo>
                  <a:lnTo>
                    <a:pt x="27358" y="792079"/>
                  </a:lnTo>
                  <a:lnTo>
                    <a:pt x="7229" y="753186"/>
                  </a:lnTo>
                  <a:lnTo>
                    <a:pt x="0" y="708405"/>
                  </a:lnTo>
                  <a:lnTo>
                    <a:pt x="0" y="141681"/>
                  </a:lnTo>
                  <a:close/>
                </a:path>
              </a:pathLst>
            </a:custGeom>
            <a:noFill/>
            <a:ln w="26424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</a:pPr>
              <a:endParaRPr b="0" lang="fr-FR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</p:grpSp>
      <p:sp>
        <p:nvSpPr>
          <p:cNvPr id="226" name="object 25"/>
          <p:cNvSpPr/>
          <p:nvPr/>
        </p:nvSpPr>
        <p:spPr>
          <a:xfrm>
            <a:off x="7719120" y="4739040"/>
            <a:ext cx="1050480" cy="69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14480" indent="-114480">
              <a:lnSpc>
                <a:spcPct val="100000"/>
              </a:lnSpc>
              <a:spcBef>
                <a:spcPts val="99"/>
              </a:spcBef>
              <a:buClr>
                <a:srgbClr val="292934"/>
              </a:buClr>
              <a:buFont typeface="Symbol"/>
              <a:buChar char=""/>
              <a:tabLst>
                <a:tab algn="l" pos="114480"/>
              </a:tabLst>
            </a:pP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4289</a:t>
            </a:r>
            <a:r>
              <a:rPr b="0" lang="fr-FR" sz="1200" spc="-5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2" strike="noStrike">
                <a:solidFill>
                  <a:srgbClr val="292934"/>
                </a:solidFill>
                <a:latin typeface="Arial"/>
                <a:ea typeface="DejaVu Sans"/>
              </a:rPr>
              <a:t>lignes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marL="114480" indent="-114480">
              <a:lnSpc>
                <a:spcPts val="1344"/>
              </a:lnSpc>
              <a:spcBef>
                <a:spcPts val="14"/>
              </a:spcBef>
              <a:buClr>
                <a:srgbClr val="292934"/>
              </a:buClr>
              <a:buFont typeface="Symbol"/>
              <a:buChar char=""/>
              <a:tabLst>
                <a:tab algn="l" pos="114480"/>
              </a:tabLst>
            </a:pP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25</a:t>
            </a:r>
            <a:r>
              <a:rPr b="0" lang="fr-FR" sz="1200" spc="-2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2" strike="noStrike">
                <a:solidFill>
                  <a:srgbClr val="292934"/>
                </a:solidFill>
                <a:latin typeface="Arial"/>
                <a:ea typeface="DejaVu Sans"/>
              </a:rPr>
              <a:t>colonnes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marL="114480">
              <a:lnSpc>
                <a:spcPts val="1239"/>
              </a:lnSpc>
              <a:spcBef>
                <a:spcPts val="111"/>
              </a:spcBef>
              <a:tabLst>
                <a:tab algn="l" pos="114480"/>
              </a:tabLst>
            </a:pP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(3</a:t>
            </a:r>
            <a:r>
              <a:rPr b="0" lang="fr-FR" sz="1200" spc="-1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200" spc="-12" strike="noStrike">
                <a:solidFill>
                  <a:srgbClr val="292934"/>
                </a:solidFill>
                <a:latin typeface="Arial"/>
                <a:ea typeface="DejaVu Sans"/>
              </a:rPr>
              <a:t>variables </a:t>
            </a:r>
            <a:r>
              <a:rPr b="0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de</a:t>
            </a:r>
            <a:r>
              <a:rPr b="0" lang="fr-FR" sz="1200" spc="-12" strike="noStrike">
                <a:solidFill>
                  <a:srgbClr val="292934"/>
                </a:solidFill>
                <a:latin typeface="Arial"/>
                <a:ea typeface="DejaVu Sans"/>
              </a:rPr>
              <a:t> prédiction)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227" name="object 26"/>
          <p:cNvGrpSpPr/>
          <p:nvPr/>
        </p:nvGrpSpPr>
        <p:grpSpPr>
          <a:xfrm>
            <a:off x="6876360" y="4728960"/>
            <a:ext cx="790560" cy="848520"/>
            <a:chOff x="6876360" y="4728960"/>
            <a:chExt cx="790560" cy="848520"/>
          </a:xfrm>
        </p:grpSpPr>
        <p:sp>
          <p:nvSpPr>
            <p:cNvPr id="228" name="object 27"/>
            <p:cNvSpPr/>
            <p:nvPr/>
          </p:nvSpPr>
          <p:spPr>
            <a:xfrm>
              <a:off x="6876360" y="4728960"/>
              <a:ext cx="790560" cy="848520"/>
            </a:xfrm>
            <a:custGeom>
              <a:avLst/>
              <a:gdLst>
                <a:gd name="textAreaLeft" fmla="*/ 0 w 790560"/>
                <a:gd name="textAreaRight" fmla="*/ 792360 w 790560"/>
                <a:gd name="textAreaTop" fmla="*/ 0 h 848520"/>
                <a:gd name="textAreaBottom" fmla="*/ 850320 h 848520"/>
              </a:gdLst>
              <a:ahLst/>
              <a:rect l="textAreaLeft" t="textAreaTop" r="textAreaRight" b="textAreaBottom"/>
              <a:pathLst>
                <a:path w="792479" h="850264">
                  <a:moveTo>
                    <a:pt x="660272" y="0"/>
                  </a:moveTo>
                  <a:lnTo>
                    <a:pt x="132079" y="0"/>
                  </a:lnTo>
                  <a:lnTo>
                    <a:pt x="90302" y="6733"/>
                  </a:lnTo>
                  <a:lnTo>
                    <a:pt x="54041" y="25482"/>
                  </a:lnTo>
                  <a:lnTo>
                    <a:pt x="25460" y="54073"/>
                  </a:lnTo>
                  <a:lnTo>
                    <a:pt x="6725" y="90331"/>
                  </a:lnTo>
                  <a:lnTo>
                    <a:pt x="0" y="132079"/>
                  </a:lnTo>
                  <a:lnTo>
                    <a:pt x="0" y="718007"/>
                  </a:lnTo>
                  <a:lnTo>
                    <a:pt x="6725" y="759755"/>
                  </a:lnTo>
                  <a:lnTo>
                    <a:pt x="25460" y="796013"/>
                  </a:lnTo>
                  <a:lnTo>
                    <a:pt x="54041" y="824604"/>
                  </a:lnTo>
                  <a:lnTo>
                    <a:pt x="90302" y="843353"/>
                  </a:lnTo>
                  <a:lnTo>
                    <a:pt x="132079" y="850087"/>
                  </a:lnTo>
                  <a:lnTo>
                    <a:pt x="660272" y="850087"/>
                  </a:lnTo>
                  <a:lnTo>
                    <a:pt x="702050" y="843353"/>
                  </a:lnTo>
                  <a:lnTo>
                    <a:pt x="738311" y="824604"/>
                  </a:lnTo>
                  <a:lnTo>
                    <a:pt x="766892" y="796013"/>
                  </a:lnTo>
                  <a:lnTo>
                    <a:pt x="785627" y="759755"/>
                  </a:lnTo>
                  <a:lnTo>
                    <a:pt x="792352" y="718007"/>
                  </a:lnTo>
                  <a:lnTo>
                    <a:pt x="792352" y="132079"/>
                  </a:lnTo>
                  <a:lnTo>
                    <a:pt x="785627" y="90331"/>
                  </a:lnTo>
                  <a:lnTo>
                    <a:pt x="766892" y="54073"/>
                  </a:lnTo>
                  <a:lnTo>
                    <a:pt x="738311" y="25482"/>
                  </a:lnTo>
                  <a:lnTo>
                    <a:pt x="702050" y="6733"/>
                  </a:lnTo>
                  <a:lnTo>
                    <a:pt x="660272" y="0"/>
                  </a:lnTo>
                  <a:close/>
                </a:path>
              </a:pathLst>
            </a:custGeom>
            <a:solidFill>
              <a:srgbClr val="92a19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</a:pPr>
              <a:endParaRPr b="0" lang="fr-FR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sp>
          <p:nvSpPr>
            <p:cNvPr id="229" name="object 28"/>
            <p:cNvSpPr/>
            <p:nvPr/>
          </p:nvSpPr>
          <p:spPr>
            <a:xfrm>
              <a:off x="6876360" y="4728960"/>
              <a:ext cx="790560" cy="848520"/>
            </a:xfrm>
            <a:custGeom>
              <a:avLst/>
              <a:gdLst>
                <a:gd name="textAreaLeft" fmla="*/ 0 w 790560"/>
                <a:gd name="textAreaRight" fmla="*/ 792360 w 790560"/>
                <a:gd name="textAreaTop" fmla="*/ 0 h 848520"/>
                <a:gd name="textAreaBottom" fmla="*/ 850320 h 848520"/>
              </a:gdLst>
              <a:ahLst/>
              <a:rect l="textAreaLeft" t="textAreaTop" r="textAreaRight" b="textAreaBottom"/>
              <a:pathLst>
                <a:path w="792479" h="850264">
                  <a:moveTo>
                    <a:pt x="0" y="132079"/>
                  </a:moveTo>
                  <a:lnTo>
                    <a:pt x="6725" y="90331"/>
                  </a:lnTo>
                  <a:lnTo>
                    <a:pt x="25460" y="54073"/>
                  </a:lnTo>
                  <a:lnTo>
                    <a:pt x="54041" y="25482"/>
                  </a:lnTo>
                  <a:lnTo>
                    <a:pt x="90302" y="6733"/>
                  </a:lnTo>
                  <a:lnTo>
                    <a:pt x="132079" y="0"/>
                  </a:lnTo>
                  <a:lnTo>
                    <a:pt x="660272" y="0"/>
                  </a:lnTo>
                  <a:lnTo>
                    <a:pt x="702050" y="6733"/>
                  </a:lnTo>
                  <a:lnTo>
                    <a:pt x="738311" y="25482"/>
                  </a:lnTo>
                  <a:lnTo>
                    <a:pt x="766892" y="54073"/>
                  </a:lnTo>
                  <a:lnTo>
                    <a:pt x="785627" y="90331"/>
                  </a:lnTo>
                  <a:lnTo>
                    <a:pt x="792352" y="132079"/>
                  </a:lnTo>
                  <a:lnTo>
                    <a:pt x="792352" y="718007"/>
                  </a:lnTo>
                  <a:lnTo>
                    <a:pt x="785627" y="759755"/>
                  </a:lnTo>
                  <a:lnTo>
                    <a:pt x="766892" y="796013"/>
                  </a:lnTo>
                  <a:lnTo>
                    <a:pt x="738311" y="824604"/>
                  </a:lnTo>
                  <a:lnTo>
                    <a:pt x="702050" y="843353"/>
                  </a:lnTo>
                  <a:lnTo>
                    <a:pt x="660272" y="850087"/>
                  </a:lnTo>
                  <a:lnTo>
                    <a:pt x="132079" y="850087"/>
                  </a:lnTo>
                  <a:lnTo>
                    <a:pt x="90302" y="843353"/>
                  </a:lnTo>
                  <a:lnTo>
                    <a:pt x="54041" y="824604"/>
                  </a:lnTo>
                  <a:lnTo>
                    <a:pt x="25460" y="796013"/>
                  </a:lnTo>
                  <a:lnTo>
                    <a:pt x="6725" y="759755"/>
                  </a:lnTo>
                  <a:lnTo>
                    <a:pt x="0" y="718007"/>
                  </a:lnTo>
                  <a:lnTo>
                    <a:pt x="0" y="132079"/>
                  </a:lnTo>
                  <a:close/>
                </a:path>
              </a:pathLst>
            </a:custGeom>
            <a:noFill/>
            <a:ln w="26424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</a:pPr>
              <a:endParaRPr b="0" lang="fr-FR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</p:grpSp>
      <p:sp>
        <p:nvSpPr>
          <p:cNvPr id="230" name="object 29"/>
          <p:cNvSpPr/>
          <p:nvPr/>
        </p:nvSpPr>
        <p:spPr>
          <a:xfrm>
            <a:off x="7012800" y="4755240"/>
            <a:ext cx="532800" cy="75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36720" bIns="0" anchor="t">
            <a:spAutoFit/>
          </a:bodyPr>
          <a:p>
            <a:pPr algn="ctr">
              <a:lnSpc>
                <a:spcPts val="1140"/>
              </a:lnSpc>
              <a:spcBef>
                <a:spcPts val="289"/>
              </a:spcBef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Jeu</a:t>
            </a:r>
            <a:r>
              <a:rPr b="0" lang="fr-FR" sz="1100" spc="-21" strike="noStrike">
                <a:solidFill>
                  <a:srgbClr val="ffffff"/>
                </a:solidFill>
                <a:latin typeface="Arial"/>
                <a:ea typeface="DejaVu Sans"/>
              </a:rPr>
              <a:t> </a:t>
            </a:r>
            <a:r>
              <a:rPr b="0" lang="fr-FR" sz="1100" spc="-12" strike="noStrike">
                <a:solidFill>
                  <a:srgbClr val="ffffff"/>
                </a:solidFill>
                <a:latin typeface="Arial"/>
                <a:ea typeface="DejaVu Sans"/>
              </a:rPr>
              <a:t>final </a:t>
            </a:r>
            <a:r>
              <a:rPr b="0" i="1" lang="fr-FR" sz="1100" spc="-21" strike="noStrike">
                <a:solidFill>
                  <a:srgbClr val="ffffff"/>
                </a:solidFill>
                <a:latin typeface="Arial"/>
                <a:ea typeface="DejaVu Sans"/>
              </a:rPr>
              <a:t>avec </a:t>
            </a:r>
            <a:r>
              <a:rPr b="0" i="1" lang="fr-FR" sz="1100" spc="-12" strike="noStrike">
                <a:solidFill>
                  <a:srgbClr val="ffffff"/>
                </a:solidFill>
                <a:latin typeface="Arial"/>
                <a:ea typeface="DejaVu Sans"/>
              </a:rPr>
              <a:t>Energy </a:t>
            </a:r>
            <a:r>
              <a:rPr b="0" i="1" lang="fr-FR" sz="1100" spc="-21" strike="noStrike">
                <a:solidFill>
                  <a:srgbClr val="ffffff"/>
                </a:solidFill>
                <a:latin typeface="Arial"/>
                <a:ea typeface="DejaVu Sans"/>
              </a:rPr>
              <a:t>Star </a:t>
            </a:r>
            <a:r>
              <a:rPr b="0" i="1" lang="fr-FR" sz="1100" spc="-12" strike="noStrike">
                <a:solidFill>
                  <a:srgbClr val="ffffff"/>
                </a:solidFill>
                <a:latin typeface="Arial"/>
                <a:ea typeface="DejaVu Sans"/>
              </a:rPr>
              <a:t>Score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object 2"/>
          <p:cNvSpPr/>
          <p:nvPr/>
        </p:nvSpPr>
        <p:spPr>
          <a:xfrm>
            <a:off x="0" y="0"/>
            <a:ext cx="9142200" cy="303120"/>
          </a:xfrm>
          <a:custGeom>
            <a:avLst/>
            <a:gdLst>
              <a:gd name="textAreaLeft" fmla="*/ 0 w 9142200"/>
              <a:gd name="textAreaRight" fmla="*/ 9144000 w 9142200"/>
              <a:gd name="textAreaTop" fmla="*/ 0 h 303120"/>
              <a:gd name="textAreaBottom" fmla="*/ 304920 h 303120"/>
            </a:gdLst>
            <a:ahLst/>
            <a:rect l="textAreaLeft" t="textAreaTop" r="textAreaRight" b="textAreaBottom"/>
            <a:pathLst>
              <a:path w="9144000" h="304800">
                <a:moveTo>
                  <a:pt x="9144000" y="0"/>
                </a:moveTo>
                <a:lnTo>
                  <a:pt x="0" y="0"/>
                </a:lnTo>
                <a:lnTo>
                  <a:pt x="0" y="304800"/>
                </a:lnTo>
                <a:lnTo>
                  <a:pt x="9144000" y="304800"/>
                </a:lnTo>
                <a:lnTo>
                  <a:pt x="9144000" y="0"/>
                </a:lnTo>
                <a:close/>
              </a:path>
            </a:pathLst>
          </a:custGeom>
          <a:solidFill>
            <a:srgbClr val="92a1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2" name="PlaceHolder 1"/>
          <p:cNvSpPr>
            <a:spLocks noGrp="1"/>
          </p:cNvSpPr>
          <p:nvPr>
            <p:ph type="title"/>
          </p:nvPr>
        </p:nvSpPr>
        <p:spPr>
          <a:xfrm>
            <a:off x="107280" y="347040"/>
            <a:ext cx="2441520" cy="965160"/>
          </a:xfrm>
          <a:prstGeom prst="rect">
            <a:avLst/>
          </a:prstGeom>
          <a:noFill/>
          <a:ln w="0">
            <a:noFill/>
          </a:ln>
        </p:spPr>
        <p:txBody>
          <a:bodyPr lIns="0" rIns="0" tIns="12240" bIns="0" anchor="t">
            <a:noAutofit/>
          </a:bodyPr>
          <a:p>
            <a:pPr marL="12600" indent="0">
              <a:lnSpc>
                <a:spcPct val="100000"/>
              </a:lnSpc>
              <a:spcBef>
                <a:spcPts val="96"/>
              </a:spcBef>
              <a:buNone/>
              <a:tabLst>
                <a:tab algn="l" pos="0"/>
              </a:tabLst>
            </a:pPr>
            <a:r>
              <a:rPr b="0" lang="fr-FR" sz="4000" spc="-92" strike="noStrike">
                <a:solidFill>
                  <a:srgbClr val="d2523b"/>
                </a:solidFill>
                <a:latin typeface="Arial"/>
              </a:rPr>
              <a:t>Exploration</a:t>
            </a:r>
            <a:endParaRPr b="0" lang="fr-FR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object 4"/>
          <p:cNvSpPr/>
          <p:nvPr/>
        </p:nvSpPr>
        <p:spPr>
          <a:xfrm>
            <a:off x="7700040" y="27000"/>
            <a:ext cx="12312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332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b="1" lang="fr-FR" sz="1400" spc="-1" strike="noStrike">
                <a:solidFill>
                  <a:srgbClr val="ffffff"/>
                </a:solidFill>
                <a:latin typeface="Arial"/>
                <a:ea typeface="DejaVu Sans"/>
              </a:rPr>
              <a:t>9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34" name="object 5" descr=""/>
          <p:cNvPicPr/>
          <p:nvPr/>
        </p:nvPicPr>
        <p:blipFill>
          <a:blip r:embed="rId1"/>
          <a:stretch/>
        </p:blipFill>
        <p:spPr>
          <a:xfrm>
            <a:off x="251640" y="878040"/>
            <a:ext cx="4265640" cy="2235960"/>
          </a:xfrm>
          <a:prstGeom prst="rect">
            <a:avLst/>
          </a:prstGeom>
          <a:ln w="0">
            <a:noFill/>
          </a:ln>
        </p:spPr>
      </p:pic>
      <p:pic>
        <p:nvPicPr>
          <p:cNvPr id="235" name="object 6" descr=""/>
          <p:cNvPicPr/>
          <p:nvPr/>
        </p:nvPicPr>
        <p:blipFill>
          <a:blip r:embed="rId2"/>
          <a:stretch/>
        </p:blipFill>
        <p:spPr>
          <a:xfrm>
            <a:off x="370080" y="3210120"/>
            <a:ext cx="4111920" cy="2162880"/>
          </a:xfrm>
          <a:prstGeom prst="rect">
            <a:avLst/>
          </a:prstGeom>
          <a:ln w="0">
            <a:noFill/>
          </a:ln>
        </p:spPr>
      </p:pic>
      <p:pic>
        <p:nvPicPr>
          <p:cNvPr id="236" name="object 7" descr=""/>
          <p:cNvPicPr/>
          <p:nvPr/>
        </p:nvPicPr>
        <p:blipFill>
          <a:blip r:embed="rId3"/>
          <a:stretch/>
        </p:blipFill>
        <p:spPr>
          <a:xfrm>
            <a:off x="4880520" y="918720"/>
            <a:ext cx="4050720" cy="2179440"/>
          </a:xfrm>
          <a:prstGeom prst="rect">
            <a:avLst/>
          </a:prstGeom>
          <a:ln w="0">
            <a:noFill/>
          </a:ln>
        </p:spPr>
      </p:pic>
      <p:pic>
        <p:nvPicPr>
          <p:cNvPr id="237" name="object 8" descr=""/>
          <p:cNvPicPr/>
          <p:nvPr/>
        </p:nvPicPr>
        <p:blipFill>
          <a:blip r:embed="rId4"/>
          <a:stretch/>
        </p:blipFill>
        <p:spPr>
          <a:xfrm>
            <a:off x="4808520" y="3300480"/>
            <a:ext cx="4119120" cy="21668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object 2"/>
          <p:cNvSpPr/>
          <p:nvPr/>
        </p:nvSpPr>
        <p:spPr>
          <a:xfrm>
            <a:off x="0" y="0"/>
            <a:ext cx="9142200" cy="303120"/>
          </a:xfrm>
          <a:custGeom>
            <a:avLst/>
            <a:gdLst>
              <a:gd name="textAreaLeft" fmla="*/ 0 w 9142200"/>
              <a:gd name="textAreaRight" fmla="*/ 9144000 w 9142200"/>
              <a:gd name="textAreaTop" fmla="*/ 0 h 303120"/>
              <a:gd name="textAreaBottom" fmla="*/ 304920 h 303120"/>
            </a:gdLst>
            <a:ahLst/>
            <a:rect l="textAreaLeft" t="textAreaTop" r="textAreaRight" b="textAreaBottom"/>
            <a:pathLst>
              <a:path w="9144000" h="304800">
                <a:moveTo>
                  <a:pt x="9144000" y="0"/>
                </a:moveTo>
                <a:lnTo>
                  <a:pt x="0" y="0"/>
                </a:lnTo>
                <a:lnTo>
                  <a:pt x="0" y="304800"/>
                </a:lnTo>
                <a:lnTo>
                  <a:pt x="9144000" y="304800"/>
                </a:lnTo>
                <a:lnTo>
                  <a:pt x="9144000" y="0"/>
                </a:lnTo>
                <a:close/>
              </a:path>
            </a:pathLst>
          </a:custGeom>
          <a:solidFill>
            <a:srgbClr val="92a1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9" name="object 3"/>
          <p:cNvSpPr/>
          <p:nvPr/>
        </p:nvSpPr>
        <p:spPr>
          <a:xfrm>
            <a:off x="5580000" y="204480"/>
            <a:ext cx="3318480" cy="98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3320" bIns="0" anchor="t">
            <a:spAutoFit/>
          </a:bodyPr>
          <a:p>
            <a:pPr marL="64080" indent="-52200">
              <a:lnSpc>
                <a:spcPct val="100000"/>
              </a:lnSpc>
              <a:spcBef>
                <a:spcPts val="105"/>
              </a:spcBef>
              <a:tabLst>
                <a:tab algn="l" pos="0"/>
              </a:tabLst>
            </a:pPr>
            <a:r>
              <a:rPr b="0" lang="fr-FR" sz="3200" spc="-100" strike="noStrike">
                <a:solidFill>
                  <a:srgbClr val="d2523b"/>
                </a:solidFill>
                <a:latin typeface="Arial"/>
                <a:ea typeface="DejaVu Sans"/>
              </a:rPr>
              <a:t>Exploration</a:t>
            </a:r>
            <a:r>
              <a:rPr b="0" lang="fr-FR" sz="3200" spc="-177" strike="noStrike">
                <a:solidFill>
                  <a:srgbClr val="d2523b"/>
                </a:solidFill>
                <a:latin typeface="Arial"/>
                <a:ea typeface="DejaVu Sans"/>
              </a:rPr>
              <a:t> </a:t>
            </a:r>
            <a:r>
              <a:rPr b="0" lang="fr-FR" sz="3200" spc="-52" strike="noStrike">
                <a:solidFill>
                  <a:srgbClr val="d2523b"/>
                </a:solidFill>
                <a:latin typeface="Arial"/>
                <a:ea typeface="DejaVu Sans"/>
              </a:rPr>
              <a:t>: </a:t>
            </a:r>
            <a:r>
              <a:rPr b="0" lang="fr-FR" sz="3200" spc="-100" strike="noStrike">
                <a:solidFill>
                  <a:srgbClr val="d2523b"/>
                </a:solidFill>
                <a:latin typeface="Arial"/>
                <a:ea typeface="DejaVu Sans"/>
              </a:rPr>
              <a:t>Corrélations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object 4"/>
          <p:cNvSpPr/>
          <p:nvPr/>
        </p:nvSpPr>
        <p:spPr>
          <a:xfrm>
            <a:off x="4520160" y="1186200"/>
            <a:ext cx="32760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ts val="1434"/>
              </a:lnSpc>
            </a:pPr>
            <a:r>
              <a:rPr b="1" lang="fr-FR" sz="1300" spc="-26" strike="noStrike">
                <a:solidFill>
                  <a:srgbClr val="292934"/>
                </a:solidFill>
                <a:latin typeface="Arial"/>
                <a:ea typeface="DejaVu Sans"/>
              </a:rPr>
              <a:t>XXX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object 5"/>
          <p:cNvSpPr/>
          <p:nvPr/>
        </p:nvSpPr>
        <p:spPr>
          <a:xfrm>
            <a:off x="7700040" y="27000"/>
            <a:ext cx="22176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332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b="1" lang="fr-FR" sz="1400" spc="-26" strike="noStrike">
                <a:solidFill>
                  <a:srgbClr val="ffffff"/>
                </a:solidFill>
                <a:latin typeface="Arial"/>
                <a:ea typeface="DejaVu Sans"/>
              </a:rPr>
              <a:t>10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42" name="object 6" descr=""/>
          <p:cNvPicPr/>
          <p:nvPr/>
        </p:nvPicPr>
        <p:blipFill>
          <a:blip r:embed="rId1"/>
          <a:stretch/>
        </p:blipFill>
        <p:spPr>
          <a:xfrm>
            <a:off x="-180000" y="379080"/>
            <a:ext cx="5767560" cy="5298840"/>
          </a:xfrm>
          <a:prstGeom prst="rect">
            <a:avLst/>
          </a:prstGeom>
          <a:ln w="0">
            <a:noFill/>
          </a:ln>
        </p:spPr>
      </p:pic>
      <p:sp>
        <p:nvSpPr>
          <p:cNvPr id="243" name="object 7"/>
          <p:cNvSpPr/>
          <p:nvPr/>
        </p:nvSpPr>
        <p:spPr>
          <a:xfrm>
            <a:off x="5587920" y="1117800"/>
            <a:ext cx="3271680" cy="139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52200" bIns="0" anchor="t">
            <a:spAutoFit/>
          </a:bodyPr>
          <a:p>
            <a:pPr marL="12600">
              <a:lnSpc>
                <a:spcPct val="100000"/>
              </a:lnSpc>
              <a:spcBef>
                <a:spcPts val="408"/>
              </a:spcBef>
            </a:pPr>
            <a:r>
              <a:rPr b="1" lang="fr-FR" sz="1300" spc="-1" strike="noStrike">
                <a:solidFill>
                  <a:srgbClr val="292934"/>
                </a:solidFill>
                <a:latin typeface="Arial"/>
                <a:ea typeface="DejaVu Sans"/>
              </a:rPr>
              <a:t>Points</a:t>
            </a:r>
            <a:r>
              <a:rPr b="1" lang="fr-FR" sz="1300" spc="-21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1" lang="fr-FR" sz="1300" spc="-12" strike="noStrike">
                <a:solidFill>
                  <a:srgbClr val="292934"/>
                </a:solidFill>
                <a:latin typeface="Arial"/>
                <a:ea typeface="DejaVu Sans"/>
              </a:rPr>
              <a:t>Majeurs: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315"/>
              </a:spcBef>
            </a:pPr>
            <a:r>
              <a:rPr b="0" lang="fr-FR" sz="1300" spc="-1" strike="noStrike" u="sng">
                <a:solidFill>
                  <a:srgbClr val="292934"/>
                </a:solidFill>
                <a:uFill>
                  <a:solidFill>
                    <a:srgbClr val="292934"/>
                  </a:solidFill>
                </a:uFill>
                <a:latin typeface="Arial"/>
                <a:ea typeface="DejaVu Sans"/>
              </a:rPr>
              <a:t>Consommation:</a:t>
            </a:r>
            <a:r>
              <a:rPr b="0" lang="fr-FR" sz="1300" spc="-3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300" spc="-1" strike="noStrike">
                <a:solidFill>
                  <a:srgbClr val="292934"/>
                </a:solidFill>
                <a:latin typeface="Arial"/>
                <a:ea typeface="DejaVu Sans"/>
              </a:rPr>
              <a:t>Corrélation</a:t>
            </a:r>
            <a:r>
              <a:rPr b="0" lang="fr-FR" sz="1300" spc="-4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300" spc="-1" strike="noStrike">
                <a:solidFill>
                  <a:srgbClr val="292934"/>
                </a:solidFill>
                <a:latin typeface="Arial"/>
                <a:ea typeface="DejaVu Sans"/>
              </a:rPr>
              <a:t>importante</a:t>
            </a:r>
            <a:r>
              <a:rPr b="0" lang="fr-FR" sz="1300" spc="-3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300" spc="-1" strike="noStrike">
                <a:solidFill>
                  <a:srgbClr val="292934"/>
                </a:solidFill>
                <a:latin typeface="Arial"/>
                <a:ea typeface="DejaVu Sans"/>
              </a:rPr>
              <a:t>de</a:t>
            </a:r>
            <a:r>
              <a:rPr b="0" lang="fr-FR" sz="1300" spc="-6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300" spc="-26" strike="noStrike">
                <a:solidFill>
                  <a:srgbClr val="292934"/>
                </a:solidFill>
                <a:latin typeface="Arial"/>
                <a:ea typeface="DejaVu Sans"/>
              </a:rPr>
              <a:t>la </a:t>
            </a:r>
            <a:r>
              <a:rPr b="0" lang="fr-FR" sz="1300" spc="-12" strike="noStrike">
                <a:solidFill>
                  <a:srgbClr val="292934"/>
                </a:solidFill>
                <a:latin typeface="Arial"/>
                <a:ea typeface="DejaVu Sans"/>
              </a:rPr>
              <a:t>avec: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marL="195480" indent="-183600">
              <a:lnSpc>
                <a:spcPct val="100000"/>
              </a:lnSpc>
              <a:spcBef>
                <a:spcPts val="315"/>
              </a:spcBef>
              <a:buClr>
                <a:srgbClr val="92a199"/>
              </a:buClr>
              <a:buSzPct val="85000"/>
              <a:buFont typeface="Symbol"/>
              <a:buChar char=""/>
              <a:tabLst>
                <a:tab algn="l" pos="195480"/>
                <a:tab algn="l" pos="196200"/>
              </a:tabLst>
            </a:pPr>
            <a:r>
              <a:rPr b="0" lang="fr-FR" sz="1300" spc="-12" strike="noStrike">
                <a:solidFill>
                  <a:srgbClr val="292934"/>
                </a:solidFill>
                <a:latin typeface="Arial"/>
                <a:ea typeface="DejaVu Sans"/>
              </a:rPr>
              <a:t>PropertyGFATotal,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marL="195480" indent="-183600">
              <a:lnSpc>
                <a:spcPct val="100000"/>
              </a:lnSpc>
              <a:spcBef>
                <a:spcPts val="309"/>
              </a:spcBef>
              <a:buClr>
                <a:srgbClr val="92a199"/>
              </a:buClr>
              <a:buSzPct val="85000"/>
              <a:buFont typeface="Symbol"/>
              <a:buChar char=""/>
              <a:tabLst>
                <a:tab algn="l" pos="195480"/>
                <a:tab algn="l" pos="196200"/>
              </a:tabLst>
            </a:pPr>
            <a:r>
              <a:rPr b="0" lang="fr-FR" sz="1300" spc="-12" strike="noStrike">
                <a:solidFill>
                  <a:srgbClr val="292934"/>
                </a:solidFill>
                <a:latin typeface="Arial"/>
                <a:ea typeface="DejaVu Sans"/>
              </a:rPr>
              <a:t>PropertyGFABuilding,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marL="195480" indent="-183600">
              <a:lnSpc>
                <a:spcPct val="100000"/>
              </a:lnSpc>
              <a:spcBef>
                <a:spcPts val="309"/>
              </a:spcBef>
              <a:buClr>
                <a:srgbClr val="92a199"/>
              </a:buClr>
              <a:buSzPct val="85000"/>
              <a:buFont typeface="Symbol"/>
              <a:buChar char=""/>
              <a:tabLst>
                <a:tab algn="l" pos="195480"/>
                <a:tab algn="l" pos="196200"/>
              </a:tabLst>
            </a:pPr>
            <a:r>
              <a:rPr b="0" lang="fr-FR" sz="1300" spc="-12" strike="noStrike">
                <a:solidFill>
                  <a:srgbClr val="292934"/>
                </a:solidFill>
                <a:latin typeface="Arial"/>
                <a:ea typeface="DejaVu Sans"/>
              </a:rPr>
              <a:t>LargestPropertyUseTypeFGA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object 8"/>
          <p:cNvSpPr/>
          <p:nvPr/>
        </p:nvSpPr>
        <p:spPr>
          <a:xfrm>
            <a:off x="5587920" y="2783160"/>
            <a:ext cx="3353040" cy="251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240" bIns="0" anchor="t">
            <a:spAutoFit/>
          </a:bodyPr>
          <a:p>
            <a:pPr marL="12600">
              <a:lnSpc>
                <a:spcPct val="100000"/>
              </a:lnSpc>
              <a:spcBef>
                <a:spcPts val="96"/>
              </a:spcBef>
            </a:pPr>
            <a:r>
              <a:rPr b="0" lang="fr-FR" sz="1300" spc="-1" strike="noStrike" u="sng">
                <a:solidFill>
                  <a:srgbClr val="292934"/>
                </a:solidFill>
                <a:uFill>
                  <a:solidFill>
                    <a:srgbClr val="292934"/>
                  </a:solidFill>
                </a:uFill>
                <a:latin typeface="Arial"/>
                <a:ea typeface="DejaVu Sans"/>
              </a:rPr>
              <a:t>Emissions:</a:t>
            </a:r>
            <a:r>
              <a:rPr b="0" lang="fr-FR" sz="1300" spc="-60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300" spc="-1" strike="noStrike">
                <a:solidFill>
                  <a:srgbClr val="292934"/>
                </a:solidFill>
                <a:latin typeface="Arial"/>
                <a:ea typeface="DejaVu Sans"/>
              </a:rPr>
              <a:t>Mêmes</a:t>
            </a:r>
            <a:r>
              <a:rPr b="0" lang="fr-FR" sz="1300" spc="-3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300" spc="-1" strike="noStrike">
                <a:solidFill>
                  <a:srgbClr val="292934"/>
                </a:solidFill>
                <a:latin typeface="Arial"/>
                <a:ea typeface="DejaVu Sans"/>
              </a:rPr>
              <a:t>corrélations</a:t>
            </a:r>
            <a:r>
              <a:rPr b="0" lang="fr-FR" sz="1300" spc="-4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300" spc="-12" strike="noStrike">
                <a:solidFill>
                  <a:srgbClr val="292934"/>
                </a:solidFill>
                <a:latin typeface="Arial"/>
                <a:ea typeface="DejaVu Sans"/>
              </a:rPr>
              <a:t>(dans </a:t>
            </a:r>
            <a:r>
              <a:rPr b="0" lang="fr-FR" sz="1300" spc="-1" strike="noStrike">
                <a:solidFill>
                  <a:srgbClr val="292934"/>
                </a:solidFill>
                <a:latin typeface="Arial"/>
                <a:ea typeface="DejaVu Sans"/>
              </a:rPr>
              <a:t>moindre</a:t>
            </a:r>
            <a:r>
              <a:rPr b="0" lang="fr-FR" sz="1300" spc="-1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300" spc="-1" strike="noStrike">
                <a:solidFill>
                  <a:srgbClr val="292934"/>
                </a:solidFill>
                <a:latin typeface="Arial"/>
                <a:ea typeface="DejaVu Sans"/>
              </a:rPr>
              <a:t>mesure)</a:t>
            </a:r>
            <a:r>
              <a:rPr b="0" lang="fr-FR" sz="1300" spc="-7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300" spc="-1" strike="noStrike">
                <a:solidFill>
                  <a:srgbClr val="292934"/>
                </a:solidFill>
                <a:latin typeface="Arial"/>
                <a:ea typeface="DejaVu Sans"/>
              </a:rPr>
              <a:t>+</a:t>
            </a:r>
            <a:r>
              <a:rPr b="0" lang="fr-FR" sz="1300" spc="-3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300" spc="-1" strike="noStrike">
                <a:solidFill>
                  <a:srgbClr val="292934"/>
                </a:solidFill>
                <a:latin typeface="Arial"/>
                <a:ea typeface="DejaVu Sans"/>
              </a:rPr>
              <a:t>corrélation</a:t>
            </a:r>
            <a:r>
              <a:rPr b="0" lang="fr-FR" sz="1300" spc="-12" strike="noStrike">
                <a:solidFill>
                  <a:srgbClr val="292934"/>
                </a:solidFill>
                <a:latin typeface="Arial"/>
                <a:ea typeface="DejaVu Sans"/>
              </a:rPr>
              <a:t> importante </a:t>
            </a:r>
            <a:r>
              <a:rPr b="0" lang="fr-FR" sz="1300" spc="-1" strike="noStrike">
                <a:solidFill>
                  <a:srgbClr val="292934"/>
                </a:solidFill>
                <a:latin typeface="Arial"/>
                <a:ea typeface="DejaVu Sans"/>
              </a:rPr>
              <a:t>avec</a:t>
            </a:r>
            <a:r>
              <a:rPr b="0" lang="fr-FR" sz="1300" spc="-1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300" spc="-1" strike="noStrike">
                <a:solidFill>
                  <a:srgbClr val="292934"/>
                </a:solidFill>
                <a:latin typeface="Arial"/>
                <a:ea typeface="DejaVu Sans"/>
              </a:rPr>
              <a:t>la</a:t>
            </a:r>
            <a:r>
              <a:rPr b="0" lang="fr-FR" sz="1300" spc="-3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300" spc="-12" strike="noStrike">
                <a:solidFill>
                  <a:srgbClr val="292934"/>
                </a:solidFill>
                <a:latin typeface="Arial"/>
                <a:ea typeface="DejaVu Sans"/>
              </a:rPr>
              <a:t>consommation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marL="12600">
              <a:lnSpc>
                <a:spcPct val="100000"/>
              </a:lnSpc>
            </a:pPr>
            <a:endParaRPr b="0" lang="fr-FR" sz="1900" spc="-1" strike="noStrike">
              <a:solidFill>
                <a:srgbClr val="000000"/>
              </a:solidFill>
              <a:latin typeface="Arial"/>
            </a:endParaRPr>
          </a:p>
          <a:p>
            <a:pPr marL="12600">
              <a:lnSpc>
                <a:spcPct val="100000"/>
              </a:lnSpc>
            </a:pPr>
            <a:r>
              <a:rPr b="1" lang="fr-FR" sz="1300" spc="-1" strike="noStrike">
                <a:solidFill>
                  <a:srgbClr val="292934"/>
                </a:solidFill>
                <a:latin typeface="Arial"/>
                <a:ea typeface="DejaVu Sans"/>
              </a:rPr>
              <a:t>Autres</a:t>
            </a:r>
            <a:r>
              <a:rPr b="1" lang="fr-FR" sz="1300" spc="-21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1" lang="fr-FR" sz="1300" spc="-1" strike="noStrike">
                <a:solidFill>
                  <a:srgbClr val="292934"/>
                </a:solidFill>
                <a:latin typeface="Arial"/>
                <a:ea typeface="DejaVu Sans"/>
              </a:rPr>
              <a:t>points</a:t>
            </a:r>
            <a:r>
              <a:rPr b="1" lang="fr-FR" sz="1300" spc="-41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1" lang="fr-FR" sz="1300" spc="-12" strike="noStrike">
                <a:solidFill>
                  <a:srgbClr val="292934"/>
                </a:solidFill>
                <a:latin typeface="Arial"/>
                <a:ea typeface="DejaVu Sans"/>
              </a:rPr>
              <a:t>notables: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marL="195480" indent="-183600">
              <a:lnSpc>
                <a:spcPct val="100000"/>
              </a:lnSpc>
              <a:spcBef>
                <a:spcPts val="315"/>
              </a:spcBef>
              <a:buClr>
                <a:srgbClr val="92a199"/>
              </a:buClr>
              <a:buSzPct val="85000"/>
              <a:buFont typeface="Symbol"/>
              <a:buChar char=""/>
              <a:tabLst>
                <a:tab algn="l" pos="195480"/>
                <a:tab algn="l" pos="196200"/>
              </a:tabLst>
            </a:pPr>
            <a:r>
              <a:rPr b="0" lang="fr-FR" sz="1300" spc="-1" strike="noStrike">
                <a:solidFill>
                  <a:srgbClr val="292934"/>
                </a:solidFill>
                <a:latin typeface="Arial"/>
                <a:ea typeface="DejaVu Sans"/>
              </a:rPr>
              <a:t>Corrélation</a:t>
            </a:r>
            <a:r>
              <a:rPr b="0" lang="fr-FR" sz="1300" spc="-6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300" spc="-1" strike="noStrike">
                <a:solidFill>
                  <a:srgbClr val="292934"/>
                </a:solidFill>
                <a:latin typeface="Arial"/>
                <a:ea typeface="DejaVu Sans"/>
              </a:rPr>
              <a:t>importante</a:t>
            </a:r>
            <a:r>
              <a:rPr b="0" lang="fr-FR" sz="1300" spc="-41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300" spc="-12" strike="noStrike">
                <a:solidFill>
                  <a:srgbClr val="292934"/>
                </a:solidFill>
                <a:latin typeface="Arial"/>
                <a:ea typeface="DejaVu Sans"/>
              </a:rPr>
              <a:t>entre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lvl="1" marL="469800" indent="-183600">
              <a:lnSpc>
                <a:spcPct val="100000"/>
              </a:lnSpc>
              <a:spcBef>
                <a:spcPts val="230"/>
              </a:spcBef>
              <a:buClr>
                <a:srgbClr val="92a199"/>
              </a:buClr>
              <a:buSzPct val="83000"/>
              <a:buFont typeface="Symbol"/>
              <a:buChar char=""/>
              <a:tabLst>
                <a:tab algn="l" pos="469800"/>
                <a:tab algn="l" pos="470520"/>
              </a:tabLst>
            </a:pPr>
            <a:r>
              <a:rPr b="0" lang="fr-FR" sz="900" spc="-1" strike="noStrike">
                <a:solidFill>
                  <a:srgbClr val="292934"/>
                </a:solidFill>
                <a:latin typeface="Arial"/>
                <a:ea typeface="DejaVu Sans"/>
              </a:rPr>
              <a:t>PropertyGFATotal</a:t>
            </a:r>
            <a:r>
              <a:rPr b="0" lang="fr-FR" sz="900" spc="-21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900" spc="-1" strike="noStrike">
                <a:solidFill>
                  <a:srgbClr val="292934"/>
                </a:solidFill>
                <a:latin typeface="Arial"/>
                <a:ea typeface="DejaVu Sans"/>
              </a:rPr>
              <a:t>et</a:t>
            </a:r>
            <a:r>
              <a:rPr b="0" lang="fr-FR" sz="900" spc="-1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900" spc="-12" strike="noStrike">
                <a:solidFill>
                  <a:srgbClr val="292934"/>
                </a:solidFill>
                <a:latin typeface="Arial"/>
                <a:ea typeface="DejaVu Sans"/>
              </a:rPr>
              <a:t>PropertyGFABuildings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  <a:p>
            <a:pPr lvl="1" marL="469800" indent="-183600">
              <a:lnSpc>
                <a:spcPct val="100000"/>
              </a:lnSpc>
              <a:spcBef>
                <a:spcPts val="215"/>
              </a:spcBef>
              <a:buClr>
                <a:srgbClr val="92a199"/>
              </a:buClr>
              <a:buSzPct val="83000"/>
              <a:buFont typeface="Symbol"/>
              <a:buChar char=""/>
              <a:tabLst>
                <a:tab algn="l" pos="469800"/>
                <a:tab algn="l" pos="470520"/>
              </a:tabLst>
            </a:pPr>
            <a:r>
              <a:rPr b="0" lang="fr-FR" sz="900" spc="-1" strike="noStrike">
                <a:solidFill>
                  <a:srgbClr val="292934"/>
                </a:solidFill>
                <a:latin typeface="Arial"/>
                <a:ea typeface="DejaVu Sans"/>
              </a:rPr>
              <a:t>PropertyFGATotal</a:t>
            </a:r>
            <a:r>
              <a:rPr b="0" lang="fr-FR" sz="900" spc="-21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900" spc="-1" strike="noStrike">
                <a:solidFill>
                  <a:srgbClr val="292934"/>
                </a:solidFill>
                <a:latin typeface="Arial"/>
                <a:ea typeface="DejaVu Sans"/>
              </a:rPr>
              <a:t>et</a:t>
            </a:r>
            <a:r>
              <a:rPr b="0" lang="fr-FR" sz="900" spc="-21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900" spc="-12" strike="noStrike">
                <a:solidFill>
                  <a:srgbClr val="292934"/>
                </a:solidFill>
                <a:latin typeface="Arial"/>
                <a:ea typeface="DejaVu Sans"/>
              </a:rPr>
              <a:t>LargestPropertyUseTypeGFA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  <a:p>
            <a:pPr lvl="1" marL="469800" indent="-183600">
              <a:lnSpc>
                <a:spcPct val="100000"/>
              </a:lnSpc>
              <a:spcBef>
                <a:spcPts val="215"/>
              </a:spcBef>
              <a:buClr>
                <a:srgbClr val="92a199"/>
              </a:buClr>
              <a:buSzPct val="83000"/>
              <a:buFont typeface="Symbol"/>
              <a:buChar char=""/>
              <a:tabLst>
                <a:tab algn="l" pos="469800"/>
                <a:tab algn="l" pos="470520"/>
              </a:tabLst>
            </a:pPr>
            <a:r>
              <a:rPr b="0" lang="fr-FR" sz="900" spc="-12" strike="noStrike">
                <a:solidFill>
                  <a:srgbClr val="292934"/>
                </a:solidFill>
                <a:latin typeface="Arial"/>
                <a:ea typeface="DejaVu Sans"/>
              </a:rPr>
              <a:t>LargestPropertyUseTypeGFA</a:t>
            </a:r>
            <a:r>
              <a:rPr b="0" lang="fr-FR" sz="900" spc="4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900" spc="-1" strike="noStrike">
                <a:solidFill>
                  <a:srgbClr val="292934"/>
                </a:solidFill>
                <a:latin typeface="Arial"/>
                <a:ea typeface="DejaVu Sans"/>
              </a:rPr>
              <a:t>et</a:t>
            </a:r>
            <a:r>
              <a:rPr b="0" lang="fr-FR" sz="900" spc="97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900" spc="-12" strike="noStrike">
                <a:solidFill>
                  <a:srgbClr val="292934"/>
                </a:solidFill>
                <a:latin typeface="Arial"/>
                <a:ea typeface="DejaVu Sans"/>
              </a:rPr>
              <a:t>PropertyFGABuilding(s)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469800"/>
                <a:tab algn="l" pos="470520"/>
              </a:tabLst>
            </a:pP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tabLst>
                <a:tab algn="l" pos="469800"/>
                <a:tab algn="l" pos="470520"/>
              </a:tabLst>
            </a:pPr>
            <a:endParaRPr b="0" lang="fr-FR" sz="850" spc="-1" strike="noStrike">
              <a:solidFill>
                <a:srgbClr val="000000"/>
              </a:solidFill>
              <a:latin typeface="Arial"/>
            </a:endParaRPr>
          </a:p>
          <a:p>
            <a:pPr marL="195480" indent="-183600">
              <a:lnSpc>
                <a:spcPct val="100000"/>
              </a:lnSpc>
              <a:buClr>
                <a:srgbClr val="92a199"/>
              </a:buClr>
              <a:buSzPct val="85000"/>
              <a:buFont typeface="Symbol"/>
              <a:buChar char=""/>
              <a:tabLst>
                <a:tab algn="l" pos="195480"/>
                <a:tab algn="l" pos="196200"/>
              </a:tabLst>
            </a:pPr>
            <a:r>
              <a:rPr b="0" lang="fr-FR" sz="1300" spc="-1" strike="noStrike">
                <a:solidFill>
                  <a:srgbClr val="292934"/>
                </a:solidFill>
                <a:latin typeface="Arial"/>
                <a:ea typeface="DejaVu Sans"/>
              </a:rPr>
              <a:t>Energy</a:t>
            </a:r>
            <a:r>
              <a:rPr b="0" lang="fr-FR" sz="1300" spc="-1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300" spc="-1" strike="noStrike">
                <a:solidFill>
                  <a:srgbClr val="292934"/>
                </a:solidFill>
                <a:latin typeface="Arial"/>
                <a:ea typeface="DejaVu Sans"/>
              </a:rPr>
              <a:t>Star</a:t>
            </a:r>
            <a:r>
              <a:rPr b="0" lang="fr-FR" sz="1300" spc="-1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300" spc="-1" strike="noStrike">
                <a:solidFill>
                  <a:srgbClr val="292934"/>
                </a:solidFill>
                <a:latin typeface="Arial"/>
                <a:ea typeface="DejaVu Sans"/>
              </a:rPr>
              <a:t>Score</a:t>
            </a:r>
            <a:r>
              <a:rPr b="0" lang="fr-FR" sz="1300" spc="-7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300" spc="-1" strike="noStrike">
                <a:solidFill>
                  <a:srgbClr val="292934"/>
                </a:solidFill>
                <a:latin typeface="Arial"/>
                <a:ea typeface="DejaVu Sans"/>
              </a:rPr>
              <a:t>:</a:t>
            </a:r>
            <a:r>
              <a:rPr b="0" lang="fr-FR" sz="1300" spc="-3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300" spc="-1" strike="noStrike">
                <a:solidFill>
                  <a:srgbClr val="292934"/>
                </a:solidFill>
                <a:latin typeface="Arial"/>
                <a:ea typeface="DejaVu Sans"/>
              </a:rPr>
              <a:t>pas</a:t>
            </a:r>
            <a:r>
              <a:rPr b="0" lang="fr-FR" sz="1300" spc="-21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300" spc="-1" strike="noStrike">
                <a:solidFill>
                  <a:srgbClr val="292934"/>
                </a:solidFill>
                <a:latin typeface="Arial"/>
                <a:ea typeface="DejaVu Sans"/>
              </a:rPr>
              <a:t>de</a:t>
            </a:r>
            <a:r>
              <a:rPr b="0" lang="fr-FR" sz="1300" spc="-21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300" spc="-12" strike="noStrike">
                <a:solidFill>
                  <a:srgbClr val="292934"/>
                </a:solidFill>
                <a:latin typeface="Arial"/>
                <a:ea typeface="DejaVu Sans"/>
              </a:rPr>
              <a:t>corrélation notable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PlaceHolder 1"/>
          <p:cNvSpPr>
            <a:spLocks noGrp="1"/>
          </p:cNvSpPr>
          <p:nvPr>
            <p:ph type="title"/>
          </p:nvPr>
        </p:nvSpPr>
        <p:spPr>
          <a:xfrm>
            <a:off x="801000" y="2264400"/>
            <a:ext cx="6039000" cy="2415600"/>
          </a:xfrm>
          <a:prstGeom prst="rect">
            <a:avLst/>
          </a:prstGeom>
          <a:noFill/>
          <a:ln w="0">
            <a:noFill/>
          </a:ln>
        </p:spPr>
        <p:txBody>
          <a:bodyPr lIns="0" rIns="0" tIns="12600" bIns="0" anchor="t">
            <a:noAutofit/>
          </a:bodyPr>
          <a:p>
            <a:pPr marL="12600" indent="0">
              <a:lnSpc>
                <a:spcPct val="100000"/>
              </a:lnSpc>
              <a:spcBef>
                <a:spcPts val="99"/>
              </a:spcBef>
              <a:buNone/>
              <a:tabLst>
                <a:tab algn="l" pos="0"/>
              </a:tabLst>
            </a:pPr>
            <a:r>
              <a:rPr b="0" lang="fr-FR" sz="4800" spc="-41" strike="noStrike">
                <a:solidFill>
                  <a:srgbClr val="f3f1dc"/>
                </a:solidFill>
                <a:latin typeface="Arial"/>
              </a:rPr>
              <a:t>III</a:t>
            </a:r>
            <a:r>
              <a:rPr b="0" lang="fr-FR" sz="4800" spc="-236" strike="noStrike">
                <a:solidFill>
                  <a:srgbClr val="f3f1dc"/>
                </a:solidFill>
                <a:latin typeface="Arial"/>
              </a:rPr>
              <a:t> </a:t>
            </a:r>
            <a:r>
              <a:rPr b="0" lang="fr-FR" sz="4800" spc="-1" strike="noStrike">
                <a:solidFill>
                  <a:srgbClr val="f3f1dc"/>
                </a:solidFill>
                <a:latin typeface="Arial"/>
              </a:rPr>
              <a:t>–</a:t>
            </a:r>
            <a:r>
              <a:rPr b="0" lang="fr-FR" sz="4800" spc="-216" strike="noStrike">
                <a:solidFill>
                  <a:srgbClr val="f3f1dc"/>
                </a:solidFill>
                <a:latin typeface="Arial"/>
              </a:rPr>
              <a:t> </a:t>
            </a:r>
            <a:r>
              <a:rPr b="0" lang="fr-FR" sz="4800" spc="-86" strike="noStrike">
                <a:solidFill>
                  <a:srgbClr val="f3f1dc"/>
                </a:solidFill>
                <a:latin typeface="Arial"/>
              </a:rPr>
              <a:t>PISTES</a:t>
            </a:r>
            <a:r>
              <a:rPr b="0" lang="fr-FR" sz="4800" spc="-245" strike="noStrike">
                <a:solidFill>
                  <a:srgbClr val="f3f1dc"/>
                </a:solidFill>
                <a:latin typeface="Arial"/>
              </a:rPr>
              <a:t> </a:t>
            </a:r>
            <a:r>
              <a:rPr b="0" lang="fr-FR" sz="4800" spc="-26" strike="noStrike">
                <a:solidFill>
                  <a:srgbClr val="f3f1dc"/>
                </a:solidFill>
                <a:latin typeface="Arial"/>
              </a:rPr>
              <a:t>DE </a:t>
            </a:r>
            <a:r>
              <a:rPr b="0" lang="fr-FR" sz="4800" spc="-126" strike="noStrike">
                <a:solidFill>
                  <a:srgbClr val="f3f1dc"/>
                </a:solidFill>
                <a:latin typeface="Arial"/>
              </a:rPr>
              <a:t>MODÉLISATIONS</a:t>
            </a:r>
            <a:br>
              <a:rPr sz="4800"/>
            </a:br>
            <a:r>
              <a:rPr b="0" lang="fr-FR" sz="4800" spc="-126" strike="noStrike">
                <a:solidFill>
                  <a:srgbClr val="f3f1dc"/>
                </a:solidFill>
                <a:latin typeface="Arial"/>
              </a:rPr>
              <a:t>TotalGHGEmissions</a:t>
            </a:r>
            <a:endParaRPr b="0" lang="fr-FR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" name="object 3"/>
          <p:cNvSpPr/>
          <p:nvPr/>
        </p:nvSpPr>
        <p:spPr>
          <a:xfrm>
            <a:off x="7700040" y="27000"/>
            <a:ext cx="20412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332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b="1" lang="fr-FR" sz="1400" spc="-52" strike="noStrike">
                <a:solidFill>
                  <a:srgbClr val="ffffff"/>
                </a:solidFill>
                <a:latin typeface="Arial"/>
                <a:ea typeface="DejaVu Sans"/>
              </a:rPr>
              <a:t>11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7" name="object 2"/>
          <p:cNvGrpSpPr/>
          <p:nvPr/>
        </p:nvGrpSpPr>
        <p:grpSpPr>
          <a:xfrm>
            <a:off x="2267640" y="1273320"/>
            <a:ext cx="4693320" cy="3598560"/>
            <a:chOff x="2267640" y="1273320"/>
            <a:chExt cx="4693320" cy="3598560"/>
          </a:xfrm>
        </p:grpSpPr>
        <p:sp>
          <p:nvSpPr>
            <p:cNvPr id="248" name="object 3"/>
            <p:cNvSpPr/>
            <p:nvPr/>
          </p:nvSpPr>
          <p:spPr>
            <a:xfrm>
              <a:off x="2267640" y="1273320"/>
              <a:ext cx="4693320" cy="3598560"/>
            </a:xfrm>
            <a:custGeom>
              <a:avLst/>
              <a:gdLst>
                <a:gd name="textAreaLeft" fmla="*/ 0 w 4693320"/>
                <a:gd name="textAreaRight" fmla="*/ 4695120 w 4693320"/>
                <a:gd name="textAreaTop" fmla="*/ 0 h 3598560"/>
                <a:gd name="textAreaBottom" fmla="*/ 3600360 h 3598560"/>
              </a:gdLst>
              <a:ahLst/>
              <a:rect l="textAreaLeft" t="textAreaTop" r="textAreaRight" b="textAreaBottom"/>
              <a:pathLst>
                <a:path w="4695190" h="3600450">
                  <a:moveTo>
                    <a:pt x="4695063" y="0"/>
                  </a:moveTo>
                  <a:lnTo>
                    <a:pt x="0" y="0"/>
                  </a:lnTo>
                  <a:lnTo>
                    <a:pt x="0" y="3600450"/>
                  </a:lnTo>
                  <a:lnTo>
                    <a:pt x="4695063" y="3600450"/>
                  </a:lnTo>
                  <a:lnTo>
                    <a:pt x="4695063" y="0"/>
                  </a:lnTo>
                  <a:close/>
                </a:path>
              </a:pathLst>
            </a:custGeom>
            <a:solidFill>
              <a:srgbClr val="e9ebe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</a:pPr>
              <a:endParaRPr b="0" lang="fr-FR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sp>
          <p:nvSpPr>
            <p:cNvPr id="249" name="object 4"/>
            <p:cNvSpPr/>
            <p:nvPr/>
          </p:nvSpPr>
          <p:spPr>
            <a:xfrm>
              <a:off x="2267640" y="1273320"/>
              <a:ext cx="4693320" cy="3598560"/>
            </a:xfrm>
            <a:custGeom>
              <a:avLst/>
              <a:gdLst>
                <a:gd name="textAreaLeft" fmla="*/ 0 w 4693320"/>
                <a:gd name="textAreaRight" fmla="*/ 4695120 w 4693320"/>
                <a:gd name="textAreaTop" fmla="*/ 0 h 3598560"/>
                <a:gd name="textAreaBottom" fmla="*/ 3600360 h 3598560"/>
              </a:gdLst>
              <a:ahLst/>
              <a:rect l="textAreaLeft" t="textAreaTop" r="textAreaRight" b="textAreaBottom"/>
              <a:pathLst>
                <a:path w="4695190" h="3600450">
                  <a:moveTo>
                    <a:pt x="0" y="3600450"/>
                  </a:moveTo>
                  <a:lnTo>
                    <a:pt x="4695063" y="3600450"/>
                  </a:lnTo>
                  <a:lnTo>
                    <a:pt x="4695063" y="0"/>
                  </a:lnTo>
                  <a:lnTo>
                    <a:pt x="0" y="0"/>
                  </a:lnTo>
                  <a:lnTo>
                    <a:pt x="0" y="3600450"/>
                  </a:lnTo>
                  <a:close/>
                </a:path>
              </a:pathLst>
            </a:custGeom>
            <a:noFill/>
            <a:ln w="9525">
              <a:solidFill>
                <a:srgbClr val="92a19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</a:pPr>
              <a:endParaRPr b="0" lang="fr-FR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sp>
          <p:nvSpPr>
            <p:cNvPr id="250" name="object 5"/>
            <p:cNvSpPr/>
            <p:nvPr/>
          </p:nvSpPr>
          <p:spPr>
            <a:xfrm>
              <a:off x="2271600" y="2634840"/>
              <a:ext cx="304200" cy="356400"/>
            </a:xfrm>
            <a:custGeom>
              <a:avLst/>
              <a:gdLst>
                <a:gd name="textAreaLeft" fmla="*/ 0 w 304200"/>
                <a:gd name="textAreaRight" fmla="*/ 306000 w 304200"/>
                <a:gd name="textAreaTop" fmla="*/ 0 h 356400"/>
                <a:gd name="textAreaBottom" fmla="*/ 358200 h 356400"/>
              </a:gdLst>
              <a:ahLst/>
              <a:rect l="textAreaLeft" t="textAreaTop" r="textAreaRight" b="textAreaBottom"/>
              <a:pathLst>
                <a:path w="306069" h="358139">
                  <a:moveTo>
                    <a:pt x="152907" y="0"/>
                  </a:moveTo>
                  <a:lnTo>
                    <a:pt x="152907" y="71500"/>
                  </a:lnTo>
                  <a:lnTo>
                    <a:pt x="0" y="71500"/>
                  </a:lnTo>
                  <a:lnTo>
                    <a:pt x="0" y="286257"/>
                  </a:lnTo>
                  <a:lnTo>
                    <a:pt x="152907" y="286257"/>
                  </a:lnTo>
                  <a:lnTo>
                    <a:pt x="152907" y="357758"/>
                  </a:lnTo>
                  <a:lnTo>
                    <a:pt x="305815" y="178815"/>
                  </a:lnTo>
                  <a:lnTo>
                    <a:pt x="152907" y="0"/>
                  </a:lnTo>
                  <a:close/>
                </a:path>
              </a:pathLst>
            </a:custGeom>
            <a:solidFill>
              <a:srgbClr val="c7cec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</a:pPr>
              <a:endParaRPr b="0" lang="fr-FR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sp>
          <p:nvSpPr>
            <p:cNvPr id="251" name="object 6"/>
            <p:cNvSpPr/>
            <p:nvPr/>
          </p:nvSpPr>
          <p:spPr>
            <a:xfrm>
              <a:off x="2704320" y="2127240"/>
              <a:ext cx="1441080" cy="1371240"/>
            </a:xfrm>
            <a:custGeom>
              <a:avLst/>
              <a:gdLst>
                <a:gd name="textAreaLeft" fmla="*/ 0 w 1441080"/>
                <a:gd name="textAreaRight" fmla="*/ 1442880 w 1441080"/>
                <a:gd name="textAreaTop" fmla="*/ 0 h 1371240"/>
                <a:gd name="textAreaBottom" fmla="*/ 1373040 h 1371240"/>
              </a:gdLst>
              <a:ahLst/>
              <a:rect l="textAreaLeft" t="textAreaTop" r="textAreaRight" b="textAreaBottom"/>
              <a:pathLst>
                <a:path w="1442720" h="1372870">
                  <a:moveTo>
                    <a:pt x="1305306" y="0"/>
                  </a:moveTo>
                  <a:lnTo>
                    <a:pt x="137160" y="0"/>
                  </a:lnTo>
                  <a:lnTo>
                    <a:pt x="93780" y="6999"/>
                  </a:lnTo>
                  <a:lnTo>
                    <a:pt x="56125" y="26489"/>
                  </a:lnTo>
                  <a:lnTo>
                    <a:pt x="26444" y="56208"/>
                  </a:lnTo>
                  <a:lnTo>
                    <a:pt x="6986" y="93894"/>
                  </a:lnTo>
                  <a:lnTo>
                    <a:pt x="0" y="137287"/>
                  </a:lnTo>
                  <a:lnTo>
                    <a:pt x="0" y="1235456"/>
                  </a:lnTo>
                  <a:lnTo>
                    <a:pt x="6986" y="1278848"/>
                  </a:lnTo>
                  <a:lnTo>
                    <a:pt x="26444" y="1316534"/>
                  </a:lnTo>
                  <a:lnTo>
                    <a:pt x="56125" y="1346253"/>
                  </a:lnTo>
                  <a:lnTo>
                    <a:pt x="93780" y="1365743"/>
                  </a:lnTo>
                  <a:lnTo>
                    <a:pt x="137160" y="1372743"/>
                  </a:lnTo>
                  <a:lnTo>
                    <a:pt x="1305306" y="1372743"/>
                  </a:lnTo>
                  <a:lnTo>
                    <a:pt x="1348698" y="1365743"/>
                  </a:lnTo>
                  <a:lnTo>
                    <a:pt x="1386384" y="1346253"/>
                  </a:lnTo>
                  <a:lnTo>
                    <a:pt x="1416103" y="1316534"/>
                  </a:lnTo>
                  <a:lnTo>
                    <a:pt x="1435593" y="1278848"/>
                  </a:lnTo>
                  <a:lnTo>
                    <a:pt x="1442592" y="1235456"/>
                  </a:lnTo>
                  <a:lnTo>
                    <a:pt x="1442592" y="137287"/>
                  </a:lnTo>
                  <a:lnTo>
                    <a:pt x="1435593" y="93894"/>
                  </a:lnTo>
                  <a:lnTo>
                    <a:pt x="1416103" y="56208"/>
                  </a:lnTo>
                  <a:lnTo>
                    <a:pt x="1386384" y="26489"/>
                  </a:lnTo>
                  <a:lnTo>
                    <a:pt x="1348698" y="6999"/>
                  </a:lnTo>
                  <a:lnTo>
                    <a:pt x="1305306" y="0"/>
                  </a:lnTo>
                  <a:close/>
                </a:path>
              </a:pathLst>
            </a:custGeom>
            <a:solidFill>
              <a:srgbClr val="92a19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</a:pPr>
              <a:endParaRPr b="0" lang="fr-FR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sp>
          <p:nvSpPr>
            <p:cNvPr id="252" name="object 7"/>
            <p:cNvSpPr/>
            <p:nvPr/>
          </p:nvSpPr>
          <p:spPr>
            <a:xfrm>
              <a:off x="2704320" y="2127240"/>
              <a:ext cx="1441080" cy="1371240"/>
            </a:xfrm>
            <a:custGeom>
              <a:avLst/>
              <a:gdLst>
                <a:gd name="textAreaLeft" fmla="*/ 0 w 1441080"/>
                <a:gd name="textAreaRight" fmla="*/ 1442880 w 1441080"/>
                <a:gd name="textAreaTop" fmla="*/ 0 h 1371240"/>
                <a:gd name="textAreaBottom" fmla="*/ 1373040 h 1371240"/>
              </a:gdLst>
              <a:ahLst/>
              <a:rect l="textAreaLeft" t="textAreaTop" r="textAreaRight" b="textAreaBottom"/>
              <a:pathLst>
                <a:path w="1442720" h="1372870">
                  <a:moveTo>
                    <a:pt x="0" y="137287"/>
                  </a:moveTo>
                  <a:lnTo>
                    <a:pt x="6986" y="93894"/>
                  </a:lnTo>
                  <a:lnTo>
                    <a:pt x="26444" y="56208"/>
                  </a:lnTo>
                  <a:lnTo>
                    <a:pt x="56125" y="26489"/>
                  </a:lnTo>
                  <a:lnTo>
                    <a:pt x="93780" y="6999"/>
                  </a:lnTo>
                  <a:lnTo>
                    <a:pt x="137160" y="0"/>
                  </a:lnTo>
                  <a:lnTo>
                    <a:pt x="1305306" y="0"/>
                  </a:lnTo>
                  <a:lnTo>
                    <a:pt x="1348698" y="6999"/>
                  </a:lnTo>
                  <a:lnTo>
                    <a:pt x="1386384" y="26489"/>
                  </a:lnTo>
                  <a:lnTo>
                    <a:pt x="1416103" y="56208"/>
                  </a:lnTo>
                  <a:lnTo>
                    <a:pt x="1435593" y="93894"/>
                  </a:lnTo>
                  <a:lnTo>
                    <a:pt x="1442592" y="137287"/>
                  </a:lnTo>
                  <a:lnTo>
                    <a:pt x="1442592" y="1235456"/>
                  </a:lnTo>
                  <a:lnTo>
                    <a:pt x="1435593" y="1278848"/>
                  </a:lnTo>
                  <a:lnTo>
                    <a:pt x="1416103" y="1316534"/>
                  </a:lnTo>
                  <a:lnTo>
                    <a:pt x="1386384" y="1346253"/>
                  </a:lnTo>
                  <a:lnTo>
                    <a:pt x="1348698" y="1365743"/>
                  </a:lnTo>
                  <a:lnTo>
                    <a:pt x="1305306" y="1372743"/>
                  </a:lnTo>
                  <a:lnTo>
                    <a:pt x="137160" y="1372743"/>
                  </a:lnTo>
                  <a:lnTo>
                    <a:pt x="93780" y="1365743"/>
                  </a:lnTo>
                  <a:lnTo>
                    <a:pt x="56125" y="1346253"/>
                  </a:lnTo>
                  <a:lnTo>
                    <a:pt x="26444" y="1316534"/>
                  </a:lnTo>
                  <a:lnTo>
                    <a:pt x="6986" y="1278848"/>
                  </a:lnTo>
                  <a:lnTo>
                    <a:pt x="0" y="1235456"/>
                  </a:lnTo>
                  <a:lnTo>
                    <a:pt x="0" y="137287"/>
                  </a:lnTo>
                  <a:close/>
                </a:path>
              </a:pathLst>
            </a:custGeom>
            <a:noFill/>
            <a:ln w="26424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</a:pPr>
              <a:endParaRPr b="0" lang="fr-FR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</p:grpSp>
      <p:sp>
        <p:nvSpPr>
          <p:cNvPr id="253" name="PlaceHolder 1"/>
          <p:cNvSpPr>
            <a:spLocks noGrp="1"/>
          </p:cNvSpPr>
          <p:nvPr>
            <p:ph type="title"/>
          </p:nvPr>
        </p:nvSpPr>
        <p:spPr>
          <a:xfrm>
            <a:off x="536040" y="526320"/>
            <a:ext cx="7740000" cy="965160"/>
          </a:xfrm>
          <a:prstGeom prst="rect">
            <a:avLst/>
          </a:prstGeom>
          <a:noFill/>
          <a:ln w="0">
            <a:noFill/>
          </a:ln>
        </p:spPr>
        <p:txBody>
          <a:bodyPr lIns="0" rIns="0" tIns="12240" bIns="0" anchor="t">
            <a:noAutofit/>
          </a:bodyPr>
          <a:p>
            <a:pPr marL="12600" indent="0">
              <a:lnSpc>
                <a:spcPct val="100000"/>
              </a:lnSpc>
              <a:spcBef>
                <a:spcPts val="96"/>
              </a:spcBef>
              <a:buNone/>
              <a:tabLst>
                <a:tab algn="l" pos="0"/>
              </a:tabLst>
            </a:pPr>
            <a:r>
              <a:rPr b="0" lang="fr-FR" sz="4000" spc="-114" strike="noStrike">
                <a:solidFill>
                  <a:srgbClr val="d2523b"/>
                </a:solidFill>
                <a:latin typeface="Arial"/>
              </a:rPr>
              <a:t>Modèle</a:t>
            </a:r>
            <a:r>
              <a:rPr b="0" lang="fr-FR" sz="4000" spc="-165" strike="noStrike">
                <a:solidFill>
                  <a:srgbClr val="d2523b"/>
                </a:solidFill>
                <a:latin typeface="Arial"/>
              </a:rPr>
              <a:t> </a:t>
            </a:r>
            <a:r>
              <a:rPr b="0" lang="fr-FR" sz="4000" spc="-114" strike="noStrike">
                <a:solidFill>
                  <a:srgbClr val="d2523b"/>
                </a:solidFill>
                <a:latin typeface="Arial"/>
              </a:rPr>
              <a:t>consommation</a:t>
            </a:r>
            <a:r>
              <a:rPr b="0" lang="fr-FR" sz="4000" spc="-177" strike="noStrike">
                <a:solidFill>
                  <a:srgbClr val="d2523b"/>
                </a:solidFill>
                <a:latin typeface="Arial"/>
              </a:rPr>
              <a:t> </a:t>
            </a:r>
            <a:r>
              <a:rPr b="0" lang="fr-FR" sz="4000" spc="-1" strike="noStrike">
                <a:solidFill>
                  <a:srgbClr val="d2523b"/>
                </a:solidFill>
                <a:latin typeface="Arial"/>
              </a:rPr>
              <a:t>:</a:t>
            </a:r>
            <a:r>
              <a:rPr b="0" lang="fr-FR" sz="4000" spc="-177" strike="noStrike">
                <a:solidFill>
                  <a:srgbClr val="d2523b"/>
                </a:solidFill>
                <a:latin typeface="Arial"/>
              </a:rPr>
              <a:t> </a:t>
            </a:r>
            <a:r>
              <a:rPr b="0" lang="fr-FR" sz="4000" spc="-35" strike="noStrike">
                <a:solidFill>
                  <a:srgbClr val="d2523b"/>
                </a:solidFill>
                <a:latin typeface="Arial"/>
              </a:rPr>
              <a:t>démarche</a:t>
            </a:r>
            <a:endParaRPr b="0" lang="fr-FR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object 9"/>
          <p:cNvSpPr/>
          <p:nvPr/>
        </p:nvSpPr>
        <p:spPr>
          <a:xfrm>
            <a:off x="7700040" y="27000"/>
            <a:ext cx="22176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332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b="1" lang="fr-FR" sz="1400" spc="-26" strike="noStrike">
                <a:solidFill>
                  <a:srgbClr val="ffffff"/>
                </a:solidFill>
                <a:latin typeface="Arial"/>
                <a:ea typeface="DejaVu Sans"/>
              </a:rPr>
              <a:t>12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255" name="object 10"/>
          <p:cNvGrpSpPr/>
          <p:nvPr/>
        </p:nvGrpSpPr>
        <p:grpSpPr>
          <a:xfrm>
            <a:off x="684720" y="2127240"/>
            <a:ext cx="1441080" cy="1371240"/>
            <a:chOff x="684720" y="2127240"/>
            <a:chExt cx="1441080" cy="1371240"/>
          </a:xfrm>
        </p:grpSpPr>
        <p:sp>
          <p:nvSpPr>
            <p:cNvPr id="256" name="object 11"/>
            <p:cNvSpPr/>
            <p:nvPr/>
          </p:nvSpPr>
          <p:spPr>
            <a:xfrm>
              <a:off x="684720" y="2127240"/>
              <a:ext cx="1441080" cy="1371240"/>
            </a:xfrm>
            <a:custGeom>
              <a:avLst/>
              <a:gdLst>
                <a:gd name="textAreaLeft" fmla="*/ 0 w 1441080"/>
                <a:gd name="textAreaRight" fmla="*/ 1442880 w 1441080"/>
                <a:gd name="textAreaTop" fmla="*/ 0 h 1371240"/>
                <a:gd name="textAreaBottom" fmla="*/ 1373040 h 1371240"/>
              </a:gdLst>
              <a:ahLst/>
              <a:rect l="textAreaLeft" t="textAreaTop" r="textAreaRight" b="textAreaBottom"/>
              <a:pathLst>
                <a:path w="1442720" h="1372870">
                  <a:moveTo>
                    <a:pt x="1305356" y="0"/>
                  </a:moveTo>
                  <a:lnTo>
                    <a:pt x="137274" y="0"/>
                  </a:lnTo>
                  <a:lnTo>
                    <a:pt x="93888" y="6999"/>
                  </a:lnTo>
                  <a:lnTo>
                    <a:pt x="56205" y="26489"/>
                  </a:lnTo>
                  <a:lnTo>
                    <a:pt x="26488" y="56208"/>
                  </a:lnTo>
                  <a:lnTo>
                    <a:pt x="6999" y="93894"/>
                  </a:lnTo>
                  <a:lnTo>
                    <a:pt x="0" y="137287"/>
                  </a:lnTo>
                  <a:lnTo>
                    <a:pt x="0" y="1235456"/>
                  </a:lnTo>
                  <a:lnTo>
                    <a:pt x="6999" y="1278848"/>
                  </a:lnTo>
                  <a:lnTo>
                    <a:pt x="26488" y="1316534"/>
                  </a:lnTo>
                  <a:lnTo>
                    <a:pt x="56205" y="1346253"/>
                  </a:lnTo>
                  <a:lnTo>
                    <a:pt x="93888" y="1365743"/>
                  </a:lnTo>
                  <a:lnTo>
                    <a:pt x="137274" y="1372743"/>
                  </a:lnTo>
                  <a:lnTo>
                    <a:pt x="1305356" y="1372743"/>
                  </a:lnTo>
                  <a:lnTo>
                    <a:pt x="1348749" y="1365743"/>
                  </a:lnTo>
                  <a:lnTo>
                    <a:pt x="1386435" y="1346253"/>
                  </a:lnTo>
                  <a:lnTo>
                    <a:pt x="1416154" y="1316534"/>
                  </a:lnTo>
                  <a:lnTo>
                    <a:pt x="1435644" y="1278848"/>
                  </a:lnTo>
                  <a:lnTo>
                    <a:pt x="1442643" y="1235456"/>
                  </a:lnTo>
                  <a:lnTo>
                    <a:pt x="1442643" y="137287"/>
                  </a:lnTo>
                  <a:lnTo>
                    <a:pt x="1435644" y="93894"/>
                  </a:lnTo>
                  <a:lnTo>
                    <a:pt x="1416154" y="56208"/>
                  </a:lnTo>
                  <a:lnTo>
                    <a:pt x="1386435" y="26489"/>
                  </a:lnTo>
                  <a:lnTo>
                    <a:pt x="1348749" y="6999"/>
                  </a:lnTo>
                  <a:lnTo>
                    <a:pt x="1305356" y="0"/>
                  </a:lnTo>
                  <a:close/>
                </a:path>
              </a:pathLst>
            </a:custGeom>
            <a:solidFill>
              <a:srgbClr val="92a19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</a:pPr>
              <a:endParaRPr b="0" lang="fr-FR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sp>
          <p:nvSpPr>
            <p:cNvPr id="257" name="object 12"/>
            <p:cNvSpPr/>
            <p:nvPr/>
          </p:nvSpPr>
          <p:spPr>
            <a:xfrm>
              <a:off x="684720" y="2127240"/>
              <a:ext cx="1441080" cy="1371240"/>
            </a:xfrm>
            <a:custGeom>
              <a:avLst/>
              <a:gdLst>
                <a:gd name="textAreaLeft" fmla="*/ 0 w 1441080"/>
                <a:gd name="textAreaRight" fmla="*/ 1442880 w 1441080"/>
                <a:gd name="textAreaTop" fmla="*/ 0 h 1371240"/>
                <a:gd name="textAreaBottom" fmla="*/ 1373040 h 1371240"/>
              </a:gdLst>
              <a:ahLst/>
              <a:rect l="textAreaLeft" t="textAreaTop" r="textAreaRight" b="textAreaBottom"/>
              <a:pathLst>
                <a:path w="1442720" h="1372870">
                  <a:moveTo>
                    <a:pt x="0" y="137287"/>
                  </a:moveTo>
                  <a:lnTo>
                    <a:pt x="6999" y="93894"/>
                  </a:lnTo>
                  <a:lnTo>
                    <a:pt x="26488" y="56208"/>
                  </a:lnTo>
                  <a:lnTo>
                    <a:pt x="56205" y="26489"/>
                  </a:lnTo>
                  <a:lnTo>
                    <a:pt x="93888" y="6999"/>
                  </a:lnTo>
                  <a:lnTo>
                    <a:pt x="137274" y="0"/>
                  </a:lnTo>
                  <a:lnTo>
                    <a:pt x="1305356" y="0"/>
                  </a:lnTo>
                  <a:lnTo>
                    <a:pt x="1348749" y="6999"/>
                  </a:lnTo>
                  <a:lnTo>
                    <a:pt x="1386435" y="26489"/>
                  </a:lnTo>
                  <a:lnTo>
                    <a:pt x="1416154" y="56208"/>
                  </a:lnTo>
                  <a:lnTo>
                    <a:pt x="1435644" y="93894"/>
                  </a:lnTo>
                  <a:lnTo>
                    <a:pt x="1442643" y="137287"/>
                  </a:lnTo>
                  <a:lnTo>
                    <a:pt x="1442643" y="1235456"/>
                  </a:lnTo>
                  <a:lnTo>
                    <a:pt x="1435644" y="1278848"/>
                  </a:lnTo>
                  <a:lnTo>
                    <a:pt x="1416154" y="1316534"/>
                  </a:lnTo>
                  <a:lnTo>
                    <a:pt x="1386435" y="1346253"/>
                  </a:lnTo>
                  <a:lnTo>
                    <a:pt x="1348749" y="1365743"/>
                  </a:lnTo>
                  <a:lnTo>
                    <a:pt x="1305356" y="1372743"/>
                  </a:lnTo>
                  <a:lnTo>
                    <a:pt x="137274" y="1372743"/>
                  </a:lnTo>
                  <a:lnTo>
                    <a:pt x="93888" y="1365743"/>
                  </a:lnTo>
                  <a:lnTo>
                    <a:pt x="56205" y="1346253"/>
                  </a:lnTo>
                  <a:lnTo>
                    <a:pt x="26488" y="1316534"/>
                  </a:lnTo>
                  <a:lnTo>
                    <a:pt x="6999" y="1278848"/>
                  </a:lnTo>
                  <a:lnTo>
                    <a:pt x="0" y="1235456"/>
                  </a:lnTo>
                  <a:lnTo>
                    <a:pt x="0" y="137287"/>
                  </a:lnTo>
                  <a:close/>
                </a:path>
              </a:pathLst>
            </a:custGeom>
            <a:noFill/>
            <a:ln w="26424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</a:pPr>
              <a:endParaRPr b="0" lang="fr-FR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</p:grpSp>
      <p:sp>
        <p:nvSpPr>
          <p:cNvPr id="258" name="object 13"/>
          <p:cNvSpPr/>
          <p:nvPr/>
        </p:nvSpPr>
        <p:spPr>
          <a:xfrm>
            <a:off x="819000" y="2313000"/>
            <a:ext cx="1171800" cy="95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3320" bIns="0" anchor="t">
            <a:spAutoFit/>
          </a:bodyPr>
          <a:p>
            <a:pPr algn="ctr">
              <a:lnSpc>
                <a:spcPts val="1565"/>
              </a:lnSpc>
              <a:spcBef>
                <a:spcPts val="105"/>
              </a:spcBef>
            </a:pPr>
            <a:r>
              <a:rPr b="0" lang="fr-FR" sz="1400" spc="-1" strike="noStrike">
                <a:solidFill>
                  <a:srgbClr val="ffffff"/>
                </a:solidFill>
                <a:latin typeface="Arial"/>
                <a:ea typeface="DejaVu Sans"/>
              </a:rPr>
              <a:t>Séparation</a:t>
            </a:r>
            <a:r>
              <a:rPr b="0" lang="fr-FR" sz="1400" spc="-60" strike="noStrike">
                <a:solidFill>
                  <a:srgbClr val="ffffff"/>
                </a:solidFill>
                <a:latin typeface="Arial"/>
                <a:ea typeface="DejaVu Sans"/>
              </a:rPr>
              <a:t> </a:t>
            </a:r>
            <a:r>
              <a:rPr b="0" lang="fr-FR" sz="1400" spc="-26" strike="noStrike">
                <a:solidFill>
                  <a:srgbClr val="ffffff"/>
                </a:solidFill>
                <a:latin typeface="Arial"/>
                <a:ea typeface="DejaVu Sans"/>
              </a:rPr>
              <a:t>jeu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ts val="1565"/>
              </a:lnSpc>
            </a:pPr>
            <a:r>
              <a:rPr b="0" lang="fr-FR" sz="1400" spc="-1" strike="noStrike">
                <a:solidFill>
                  <a:srgbClr val="ffffff"/>
                </a:solidFill>
                <a:latin typeface="Arial"/>
                <a:ea typeface="DejaVu Sans"/>
              </a:rPr>
              <a:t>de</a:t>
            </a:r>
            <a:r>
              <a:rPr b="0" lang="fr-FR" sz="1400" spc="-26" strike="noStrike">
                <a:solidFill>
                  <a:srgbClr val="ffffff"/>
                </a:solidFill>
                <a:latin typeface="Arial"/>
                <a:ea typeface="DejaVu Sans"/>
              </a:rPr>
              <a:t> </a:t>
            </a:r>
            <a:r>
              <a:rPr b="0" lang="fr-FR" sz="1400" spc="-12" strike="noStrike">
                <a:solidFill>
                  <a:srgbClr val="ffffff"/>
                </a:solidFill>
                <a:latin typeface="Arial"/>
                <a:ea typeface="DejaVu Sans"/>
              </a:rPr>
              <a:t>données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marL="242640" indent="-1440" algn="ctr">
              <a:lnSpc>
                <a:spcPct val="86000"/>
              </a:lnSpc>
              <a:spcBef>
                <a:spcPts val="564"/>
              </a:spcBef>
              <a:tabLst>
                <a:tab algn="l" pos="0"/>
              </a:tabLst>
            </a:pPr>
            <a:r>
              <a:rPr b="0" i="1" lang="fr-FR" sz="1200" spc="-12" strike="noStrike">
                <a:solidFill>
                  <a:srgbClr val="ffffff"/>
                </a:solidFill>
                <a:latin typeface="Arial"/>
                <a:ea typeface="DejaVu Sans"/>
              </a:rPr>
              <a:t>train/ validation/ </a:t>
            </a:r>
            <a:r>
              <a:rPr b="0" i="1" lang="fr-FR" sz="1200" spc="-21" strike="noStrike">
                <a:solidFill>
                  <a:srgbClr val="ffffff"/>
                </a:solidFill>
                <a:latin typeface="Arial"/>
                <a:ea typeface="DejaVu Sans"/>
              </a:rPr>
              <a:t>test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" name="object 14"/>
          <p:cNvSpPr/>
          <p:nvPr/>
        </p:nvSpPr>
        <p:spPr>
          <a:xfrm>
            <a:off x="2842560" y="2585880"/>
            <a:ext cx="1178640" cy="41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43200" bIns="0" anchor="t">
            <a:spAutoFit/>
          </a:bodyPr>
          <a:p>
            <a:pPr marL="9000" indent="-9360">
              <a:lnSpc>
                <a:spcPts val="1451"/>
              </a:lnSpc>
              <a:spcBef>
                <a:spcPts val="340"/>
              </a:spcBef>
              <a:tabLst>
                <a:tab algn="l" pos="0"/>
              </a:tabLst>
            </a:pPr>
            <a:r>
              <a:rPr b="0" lang="fr-FR" sz="1400" spc="-1" strike="noStrike">
                <a:solidFill>
                  <a:srgbClr val="ffffff"/>
                </a:solidFill>
                <a:latin typeface="Arial"/>
                <a:ea typeface="DejaVu Sans"/>
              </a:rPr>
              <a:t>Définition</a:t>
            </a:r>
            <a:r>
              <a:rPr b="0" lang="fr-FR" sz="1400" spc="-55" strike="noStrike">
                <a:solidFill>
                  <a:srgbClr val="ffffff"/>
                </a:solidFill>
                <a:latin typeface="Arial"/>
                <a:ea typeface="DejaVu Sans"/>
              </a:rPr>
              <a:t> </a:t>
            </a:r>
            <a:r>
              <a:rPr b="0" lang="fr-FR" sz="1400" spc="-12" strike="noStrike">
                <a:solidFill>
                  <a:srgbClr val="ffffff"/>
                </a:solidFill>
                <a:latin typeface="Arial"/>
                <a:ea typeface="DejaVu Sans"/>
              </a:rPr>
              <a:t>grille </a:t>
            </a:r>
            <a:r>
              <a:rPr b="0" lang="fr-FR" sz="1400" spc="-1" strike="noStrike">
                <a:solidFill>
                  <a:srgbClr val="ffffff"/>
                </a:solidFill>
                <a:latin typeface="Arial"/>
                <a:ea typeface="DejaVu Sans"/>
              </a:rPr>
              <a:t>de</a:t>
            </a:r>
            <a:r>
              <a:rPr b="0" lang="fr-FR" sz="1400" spc="-15" strike="noStrike">
                <a:solidFill>
                  <a:srgbClr val="ffffff"/>
                </a:solidFill>
                <a:latin typeface="Arial"/>
                <a:ea typeface="DejaVu Sans"/>
              </a:rPr>
              <a:t> </a:t>
            </a:r>
            <a:r>
              <a:rPr b="0" lang="fr-FR" sz="1400" spc="-12" strike="noStrike">
                <a:solidFill>
                  <a:srgbClr val="ffffff"/>
                </a:solidFill>
                <a:latin typeface="Arial"/>
                <a:ea typeface="DejaVu Sans"/>
              </a:rPr>
              <a:t>paramètres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260" name="object 15"/>
          <p:cNvGrpSpPr/>
          <p:nvPr/>
        </p:nvGrpSpPr>
        <p:grpSpPr>
          <a:xfrm>
            <a:off x="4291200" y="2127240"/>
            <a:ext cx="2140920" cy="1371240"/>
            <a:chOff x="4291200" y="2127240"/>
            <a:chExt cx="2140920" cy="1371240"/>
          </a:xfrm>
        </p:grpSpPr>
        <p:sp>
          <p:nvSpPr>
            <p:cNvPr id="261" name="object 16"/>
            <p:cNvSpPr/>
            <p:nvPr/>
          </p:nvSpPr>
          <p:spPr>
            <a:xfrm>
              <a:off x="4291200" y="2634840"/>
              <a:ext cx="304200" cy="356400"/>
            </a:xfrm>
            <a:custGeom>
              <a:avLst/>
              <a:gdLst>
                <a:gd name="textAreaLeft" fmla="*/ 0 w 304200"/>
                <a:gd name="textAreaRight" fmla="*/ 306000 w 304200"/>
                <a:gd name="textAreaTop" fmla="*/ 0 h 356400"/>
                <a:gd name="textAreaBottom" fmla="*/ 358200 h 356400"/>
              </a:gdLst>
              <a:ahLst/>
              <a:rect l="textAreaLeft" t="textAreaTop" r="textAreaRight" b="textAreaBottom"/>
              <a:pathLst>
                <a:path w="306070" h="358139">
                  <a:moveTo>
                    <a:pt x="152908" y="0"/>
                  </a:moveTo>
                  <a:lnTo>
                    <a:pt x="152908" y="71500"/>
                  </a:lnTo>
                  <a:lnTo>
                    <a:pt x="0" y="71500"/>
                  </a:lnTo>
                  <a:lnTo>
                    <a:pt x="0" y="286257"/>
                  </a:lnTo>
                  <a:lnTo>
                    <a:pt x="152908" y="286257"/>
                  </a:lnTo>
                  <a:lnTo>
                    <a:pt x="152908" y="357758"/>
                  </a:lnTo>
                  <a:lnTo>
                    <a:pt x="305816" y="178815"/>
                  </a:lnTo>
                  <a:lnTo>
                    <a:pt x="152908" y="0"/>
                  </a:lnTo>
                  <a:close/>
                </a:path>
              </a:pathLst>
            </a:custGeom>
            <a:solidFill>
              <a:srgbClr val="c7cec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</a:pPr>
              <a:endParaRPr b="0" lang="fr-FR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sp>
          <p:nvSpPr>
            <p:cNvPr id="262" name="object 17"/>
            <p:cNvSpPr/>
            <p:nvPr/>
          </p:nvSpPr>
          <p:spPr>
            <a:xfrm>
              <a:off x="4723920" y="2127240"/>
              <a:ext cx="1708200" cy="1371240"/>
            </a:xfrm>
            <a:custGeom>
              <a:avLst/>
              <a:gdLst>
                <a:gd name="textAreaLeft" fmla="*/ 0 w 1708200"/>
                <a:gd name="textAreaRight" fmla="*/ 1710000 w 1708200"/>
                <a:gd name="textAreaTop" fmla="*/ 0 h 1371240"/>
                <a:gd name="textAreaBottom" fmla="*/ 1373040 h 1371240"/>
              </a:gdLst>
              <a:ahLst/>
              <a:rect l="textAreaLeft" t="textAreaTop" r="textAreaRight" b="textAreaBottom"/>
              <a:pathLst>
                <a:path w="1710054" h="1372870">
                  <a:moveTo>
                    <a:pt x="1572641" y="0"/>
                  </a:moveTo>
                  <a:lnTo>
                    <a:pt x="137287" y="0"/>
                  </a:lnTo>
                  <a:lnTo>
                    <a:pt x="93894" y="6999"/>
                  </a:lnTo>
                  <a:lnTo>
                    <a:pt x="56208" y="26489"/>
                  </a:lnTo>
                  <a:lnTo>
                    <a:pt x="26489" y="56208"/>
                  </a:lnTo>
                  <a:lnTo>
                    <a:pt x="6999" y="93894"/>
                  </a:lnTo>
                  <a:lnTo>
                    <a:pt x="0" y="137287"/>
                  </a:lnTo>
                  <a:lnTo>
                    <a:pt x="0" y="1235456"/>
                  </a:lnTo>
                  <a:lnTo>
                    <a:pt x="6999" y="1278848"/>
                  </a:lnTo>
                  <a:lnTo>
                    <a:pt x="26489" y="1316534"/>
                  </a:lnTo>
                  <a:lnTo>
                    <a:pt x="56208" y="1346253"/>
                  </a:lnTo>
                  <a:lnTo>
                    <a:pt x="93894" y="1365743"/>
                  </a:lnTo>
                  <a:lnTo>
                    <a:pt x="137287" y="1372743"/>
                  </a:lnTo>
                  <a:lnTo>
                    <a:pt x="1572641" y="1372743"/>
                  </a:lnTo>
                  <a:lnTo>
                    <a:pt x="1616033" y="1365743"/>
                  </a:lnTo>
                  <a:lnTo>
                    <a:pt x="1653719" y="1346253"/>
                  </a:lnTo>
                  <a:lnTo>
                    <a:pt x="1683438" y="1316534"/>
                  </a:lnTo>
                  <a:lnTo>
                    <a:pt x="1702928" y="1278848"/>
                  </a:lnTo>
                  <a:lnTo>
                    <a:pt x="1709928" y="1235456"/>
                  </a:lnTo>
                  <a:lnTo>
                    <a:pt x="1709928" y="137287"/>
                  </a:lnTo>
                  <a:lnTo>
                    <a:pt x="1702928" y="93894"/>
                  </a:lnTo>
                  <a:lnTo>
                    <a:pt x="1683438" y="56208"/>
                  </a:lnTo>
                  <a:lnTo>
                    <a:pt x="1653719" y="26489"/>
                  </a:lnTo>
                  <a:lnTo>
                    <a:pt x="1616033" y="6999"/>
                  </a:lnTo>
                  <a:lnTo>
                    <a:pt x="1572641" y="0"/>
                  </a:lnTo>
                  <a:close/>
                </a:path>
              </a:pathLst>
            </a:custGeom>
            <a:solidFill>
              <a:srgbClr val="92a19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</a:pPr>
              <a:endParaRPr b="0" lang="fr-FR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sp>
          <p:nvSpPr>
            <p:cNvPr id="263" name="object 18"/>
            <p:cNvSpPr/>
            <p:nvPr/>
          </p:nvSpPr>
          <p:spPr>
            <a:xfrm>
              <a:off x="4723920" y="2127240"/>
              <a:ext cx="1708200" cy="1371240"/>
            </a:xfrm>
            <a:custGeom>
              <a:avLst/>
              <a:gdLst>
                <a:gd name="textAreaLeft" fmla="*/ 0 w 1708200"/>
                <a:gd name="textAreaRight" fmla="*/ 1710000 w 1708200"/>
                <a:gd name="textAreaTop" fmla="*/ 0 h 1371240"/>
                <a:gd name="textAreaBottom" fmla="*/ 1373040 h 1371240"/>
              </a:gdLst>
              <a:ahLst/>
              <a:rect l="textAreaLeft" t="textAreaTop" r="textAreaRight" b="textAreaBottom"/>
              <a:pathLst>
                <a:path w="1710054" h="1372870">
                  <a:moveTo>
                    <a:pt x="0" y="137287"/>
                  </a:moveTo>
                  <a:lnTo>
                    <a:pt x="6999" y="93894"/>
                  </a:lnTo>
                  <a:lnTo>
                    <a:pt x="26489" y="56208"/>
                  </a:lnTo>
                  <a:lnTo>
                    <a:pt x="56208" y="26489"/>
                  </a:lnTo>
                  <a:lnTo>
                    <a:pt x="93894" y="6999"/>
                  </a:lnTo>
                  <a:lnTo>
                    <a:pt x="137287" y="0"/>
                  </a:lnTo>
                  <a:lnTo>
                    <a:pt x="1572641" y="0"/>
                  </a:lnTo>
                  <a:lnTo>
                    <a:pt x="1616033" y="6999"/>
                  </a:lnTo>
                  <a:lnTo>
                    <a:pt x="1653719" y="26489"/>
                  </a:lnTo>
                  <a:lnTo>
                    <a:pt x="1683438" y="56208"/>
                  </a:lnTo>
                  <a:lnTo>
                    <a:pt x="1702928" y="93894"/>
                  </a:lnTo>
                  <a:lnTo>
                    <a:pt x="1709928" y="137287"/>
                  </a:lnTo>
                  <a:lnTo>
                    <a:pt x="1709928" y="1235456"/>
                  </a:lnTo>
                  <a:lnTo>
                    <a:pt x="1702928" y="1278848"/>
                  </a:lnTo>
                  <a:lnTo>
                    <a:pt x="1683438" y="1316534"/>
                  </a:lnTo>
                  <a:lnTo>
                    <a:pt x="1653719" y="1346253"/>
                  </a:lnTo>
                  <a:lnTo>
                    <a:pt x="1616033" y="1365743"/>
                  </a:lnTo>
                  <a:lnTo>
                    <a:pt x="1572641" y="1372743"/>
                  </a:lnTo>
                  <a:lnTo>
                    <a:pt x="137287" y="1372743"/>
                  </a:lnTo>
                  <a:lnTo>
                    <a:pt x="93894" y="1365743"/>
                  </a:lnTo>
                  <a:lnTo>
                    <a:pt x="56208" y="1346253"/>
                  </a:lnTo>
                  <a:lnTo>
                    <a:pt x="26489" y="1316534"/>
                  </a:lnTo>
                  <a:lnTo>
                    <a:pt x="6999" y="1278848"/>
                  </a:lnTo>
                  <a:lnTo>
                    <a:pt x="0" y="1235456"/>
                  </a:lnTo>
                  <a:lnTo>
                    <a:pt x="0" y="137287"/>
                  </a:lnTo>
                  <a:close/>
                </a:path>
              </a:pathLst>
            </a:custGeom>
            <a:noFill/>
            <a:ln w="26424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</a:pPr>
              <a:endParaRPr b="0" lang="fr-FR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</p:grpSp>
      <p:sp>
        <p:nvSpPr>
          <p:cNvPr id="264" name="object 19"/>
          <p:cNvSpPr/>
          <p:nvPr/>
        </p:nvSpPr>
        <p:spPr>
          <a:xfrm>
            <a:off x="4818240" y="2176560"/>
            <a:ext cx="1404720" cy="12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43200" bIns="0" anchor="t">
            <a:spAutoFit/>
          </a:bodyPr>
          <a:p>
            <a:pPr>
              <a:lnSpc>
                <a:spcPts val="1451"/>
              </a:lnSpc>
              <a:spcBef>
                <a:spcPts val="340"/>
              </a:spcBef>
            </a:pPr>
            <a:r>
              <a:rPr b="0" lang="fr-FR" sz="1400" spc="-1" strike="noStrike">
                <a:solidFill>
                  <a:srgbClr val="ffffff"/>
                </a:solidFill>
                <a:latin typeface="Arial"/>
                <a:ea typeface="DejaVu Sans"/>
              </a:rPr>
              <a:t>Entrainement</a:t>
            </a:r>
            <a:r>
              <a:rPr b="0" lang="fr-FR" sz="1400" spc="-52" strike="noStrike">
                <a:solidFill>
                  <a:srgbClr val="ffffff"/>
                </a:solidFill>
                <a:latin typeface="Arial"/>
                <a:ea typeface="DejaVu Sans"/>
              </a:rPr>
              <a:t> </a:t>
            </a:r>
            <a:r>
              <a:rPr b="0" lang="fr-FR" sz="1400" spc="-26" strike="noStrike">
                <a:solidFill>
                  <a:srgbClr val="ffffff"/>
                </a:solidFill>
                <a:latin typeface="Arial"/>
                <a:ea typeface="DejaVu Sans"/>
              </a:rPr>
              <a:t>des </a:t>
            </a:r>
            <a:r>
              <a:rPr b="0" lang="fr-FR" sz="1400" spc="-12" strike="noStrike">
                <a:solidFill>
                  <a:srgbClr val="ffffff"/>
                </a:solidFill>
                <a:latin typeface="Arial"/>
                <a:ea typeface="DejaVu Sans"/>
              </a:rPr>
              <a:t>modèles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marL="57960" indent="-58320">
              <a:lnSpc>
                <a:spcPct val="86000"/>
              </a:lnSpc>
              <a:spcBef>
                <a:spcPts val="570"/>
              </a:spcBef>
              <a:buClr>
                <a:srgbClr val="ffffff"/>
              </a:buClr>
              <a:buSzPct val="90000"/>
              <a:buFont typeface="Symbol"/>
              <a:buChar char=""/>
              <a:tabLst>
                <a:tab algn="l" pos="58320"/>
              </a:tabLst>
            </a:pPr>
            <a:r>
              <a:rPr b="0" lang="fr-FR" sz="1050" spc="-1" strike="noStrike">
                <a:solidFill>
                  <a:srgbClr val="ffffff"/>
                </a:solidFill>
                <a:latin typeface="Arial"/>
                <a:ea typeface="DejaVu Sans"/>
              </a:rPr>
              <a:t>N</a:t>
            </a:r>
            <a:r>
              <a:rPr b="0" lang="fr-FR" sz="1050" spc="-32" strike="noStrike">
                <a:solidFill>
                  <a:srgbClr val="ffffff"/>
                </a:solidFill>
                <a:latin typeface="Arial"/>
                <a:ea typeface="DejaVu Sans"/>
              </a:rPr>
              <a:t> </a:t>
            </a:r>
            <a:r>
              <a:rPr b="0" lang="fr-FR" sz="1050" spc="-1" strike="noStrike">
                <a:solidFill>
                  <a:srgbClr val="ffffff"/>
                </a:solidFill>
                <a:latin typeface="Arial"/>
                <a:ea typeface="DejaVu Sans"/>
              </a:rPr>
              <a:t>modèles</a:t>
            </a:r>
            <a:r>
              <a:rPr b="0" lang="fr-FR" sz="1050" spc="-41" strike="noStrike">
                <a:solidFill>
                  <a:srgbClr val="ffffff"/>
                </a:solidFill>
                <a:latin typeface="Arial"/>
                <a:ea typeface="DejaVu Sans"/>
              </a:rPr>
              <a:t> </a:t>
            </a:r>
            <a:r>
              <a:rPr b="0" i="1" lang="fr-FR" sz="1050" spc="-1" strike="noStrike">
                <a:solidFill>
                  <a:srgbClr val="ffffff"/>
                </a:solidFill>
                <a:latin typeface="Arial"/>
                <a:ea typeface="DejaVu Sans"/>
              </a:rPr>
              <a:t>(toutes</a:t>
            </a:r>
            <a:r>
              <a:rPr b="0" i="1" lang="fr-FR" sz="1050" spc="-32" strike="noStrike">
                <a:solidFill>
                  <a:srgbClr val="ffffff"/>
                </a:solidFill>
                <a:latin typeface="Arial"/>
                <a:ea typeface="DejaVu Sans"/>
              </a:rPr>
              <a:t> </a:t>
            </a:r>
            <a:r>
              <a:rPr b="0" i="1" lang="fr-FR" sz="1050" spc="-26" strike="noStrike">
                <a:solidFill>
                  <a:srgbClr val="ffffff"/>
                </a:solidFill>
                <a:latin typeface="Arial"/>
                <a:ea typeface="DejaVu Sans"/>
              </a:rPr>
              <a:t>les </a:t>
            </a:r>
            <a:r>
              <a:rPr b="0" i="1" lang="fr-FR" sz="1050" spc="-1" strike="noStrike">
                <a:solidFill>
                  <a:srgbClr val="ffffff"/>
                </a:solidFill>
                <a:latin typeface="Arial"/>
                <a:ea typeface="DejaVu Sans"/>
              </a:rPr>
              <a:t>combinaisons</a:t>
            </a:r>
            <a:r>
              <a:rPr b="0" i="1" lang="fr-FR" sz="1050" spc="-52" strike="noStrike">
                <a:solidFill>
                  <a:srgbClr val="ffffff"/>
                </a:solidFill>
                <a:latin typeface="Arial"/>
                <a:ea typeface="DejaVu Sans"/>
              </a:rPr>
              <a:t> </a:t>
            </a:r>
            <a:r>
              <a:rPr b="0" i="1" lang="fr-FR" sz="1050" spc="-26" strike="noStrike">
                <a:solidFill>
                  <a:srgbClr val="ffffff"/>
                </a:solidFill>
                <a:latin typeface="Arial"/>
                <a:ea typeface="DejaVu Sans"/>
              </a:rPr>
              <a:t>de </a:t>
            </a:r>
            <a:r>
              <a:rPr b="0" i="1" lang="fr-FR" sz="1050" spc="-12" strike="noStrike">
                <a:solidFill>
                  <a:srgbClr val="ffffff"/>
                </a:solidFill>
                <a:latin typeface="Arial"/>
                <a:ea typeface="DejaVu Sans"/>
              </a:rPr>
              <a:t>paramètres)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marL="57960" indent="-58320">
              <a:lnSpc>
                <a:spcPct val="100000"/>
              </a:lnSpc>
              <a:buClr>
                <a:srgbClr val="ffffff"/>
              </a:buClr>
              <a:buSzPct val="90000"/>
              <a:buFont typeface="Symbol"/>
              <a:buChar char=""/>
              <a:tabLst>
                <a:tab algn="l" pos="58320"/>
              </a:tabLst>
            </a:pPr>
            <a:r>
              <a:rPr b="0" lang="fr-FR" sz="1050" spc="-1" strike="noStrike">
                <a:solidFill>
                  <a:srgbClr val="ffffff"/>
                </a:solidFill>
                <a:latin typeface="Arial"/>
                <a:ea typeface="DejaVu Sans"/>
              </a:rPr>
              <a:t>Jeu</a:t>
            </a:r>
            <a:r>
              <a:rPr b="0" lang="fr-FR" sz="1050" spc="-15" strike="noStrike">
                <a:solidFill>
                  <a:srgbClr val="ffffff"/>
                </a:solidFill>
                <a:latin typeface="Arial"/>
                <a:ea typeface="DejaVu Sans"/>
              </a:rPr>
              <a:t> </a:t>
            </a:r>
            <a:r>
              <a:rPr b="0" lang="fr-FR" sz="1050" spc="-12" strike="noStrike">
                <a:solidFill>
                  <a:srgbClr val="ffffff"/>
                </a:solidFill>
                <a:latin typeface="Arial"/>
                <a:ea typeface="DejaVu Sans"/>
              </a:rPr>
              <a:t>training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  <a:p>
            <a:pPr marL="57960" indent="-58320">
              <a:lnSpc>
                <a:spcPct val="100000"/>
              </a:lnSpc>
              <a:spcBef>
                <a:spcPts val="11"/>
              </a:spcBef>
              <a:buClr>
                <a:srgbClr val="ffffff"/>
              </a:buClr>
              <a:buSzPct val="90000"/>
              <a:buFont typeface="Symbol"/>
              <a:buChar char=""/>
              <a:tabLst>
                <a:tab algn="l" pos="58320"/>
              </a:tabLst>
            </a:pPr>
            <a:r>
              <a:rPr b="0" lang="fr-FR" sz="1050" spc="-12" strike="noStrike">
                <a:solidFill>
                  <a:srgbClr val="ffffff"/>
                </a:solidFill>
                <a:latin typeface="Arial"/>
                <a:ea typeface="DejaVu Sans"/>
              </a:rPr>
              <a:t>Cross-validation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265" name="object 20"/>
          <p:cNvGrpSpPr/>
          <p:nvPr/>
        </p:nvGrpSpPr>
        <p:grpSpPr>
          <a:xfrm>
            <a:off x="6577920" y="2127240"/>
            <a:ext cx="2023560" cy="1371240"/>
            <a:chOff x="6577920" y="2127240"/>
            <a:chExt cx="2023560" cy="1371240"/>
          </a:xfrm>
        </p:grpSpPr>
        <p:sp>
          <p:nvSpPr>
            <p:cNvPr id="266" name="object 21"/>
            <p:cNvSpPr/>
            <p:nvPr/>
          </p:nvSpPr>
          <p:spPr>
            <a:xfrm>
              <a:off x="6577920" y="2634840"/>
              <a:ext cx="304200" cy="356400"/>
            </a:xfrm>
            <a:custGeom>
              <a:avLst/>
              <a:gdLst>
                <a:gd name="textAreaLeft" fmla="*/ 0 w 304200"/>
                <a:gd name="textAreaRight" fmla="*/ 306000 w 304200"/>
                <a:gd name="textAreaTop" fmla="*/ 0 h 356400"/>
                <a:gd name="textAreaBottom" fmla="*/ 358200 h 356400"/>
              </a:gdLst>
              <a:ahLst/>
              <a:rect l="textAreaLeft" t="textAreaTop" r="textAreaRight" b="textAreaBottom"/>
              <a:pathLst>
                <a:path w="306070" h="358139">
                  <a:moveTo>
                    <a:pt x="153034" y="0"/>
                  </a:moveTo>
                  <a:lnTo>
                    <a:pt x="153034" y="71500"/>
                  </a:lnTo>
                  <a:lnTo>
                    <a:pt x="0" y="71500"/>
                  </a:lnTo>
                  <a:lnTo>
                    <a:pt x="0" y="286257"/>
                  </a:lnTo>
                  <a:lnTo>
                    <a:pt x="153034" y="286257"/>
                  </a:lnTo>
                  <a:lnTo>
                    <a:pt x="153034" y="357758"/>
                  </a:lnTo>
                  <a:lnTo>
                    <a:pt x="305942" y="178815"/>
                  </a:lnTo>
                  <a:lnTo>
                    <a:pt x="153034" y="0"/>
                  </a:lnTo>
                  <a:close/>
                </a:path>
              </a:pathLst>
            </a:custGeom>
            <a:solidFill>
              <a:srgbClr val="c7cec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</a:pPr>
              <a:endParaRPr b="0" lang="fr-FR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sp>
          <p:nvSpPr>
            <p:cNvPr id="267" name="object 22"/>
            <p:cNvSpPr/>
            <p:nvPr/>
          </p:nvSpPr>
          <p:spPr>
            <a:xfrm>
              <a:off x="7010640" y="2127240"/>
              <a:ext cx="1590840" cy="1371240"/>
            </a:xfrm>
            <a:custGeom>
              <a:avLst/>
              <a:gdLst>
                <a:gd name="textAreaLeft" fmla="*/ 0 w 1590840"/>
                <a:gd name="textAreaRight" fmla="*/ 1592640 w 1590840"/>
                <a:gd name="textAreaTop" fmla="*/ 0 h 1371240"/>
                <a:gd name="textAreaBottom" fmla="*/ 1373040 h 1371240"/>
              </a:gdLst>
              <a:ahLst/>
              <a:rect l="textAreaLeft" t="textAreaTop" r="textAreaRight" b="textAreaBottom"/>
              <a:pathLst>
                <a:path w="1592579" h="1372870">
                  <a:moveTo>
                    <a:pt x="1455293" y="0"/>
                  </a:moveTo>
                  <a:lnTo>
                    <a:pt x="137287" y="0"/>
                  </a:lnTo>
                  <a:lnTo>
                    <a:pt x="93894" y="6999"/>
                  </a:lnTo>
                  <a:lnTo>
                    <a:pt x="56208" y="26489"/>
                  </a:lnTo>
                  <a:lnTo>
                    <a:pt x="26489" y="56208"/>
                  </a:lnTo>
                  <a:lnTo>
                    <a:pt x="6999" y="93894"/>
                  </a:lnTo>
                  <a:lnTo>
                    <a:pt x="0" y="137287"/>
                  </a:lnTo>
                  <a:lnTo>
                    <a:pt x="0" y="1235456"/>
                  </a:lnTo>
                  <a:lnTo>
                    <a:pt x="6999" y="1278848"/>
                  </a:lnTo>
                  <a:lnTo>
                    <a:pt x="26489" y="1316534"/>
                  </a:lnTo>
                  <a:lnTo>
                    <a:pt x="56208" y="1346253"/>
                  </a:lnTo>
                  <a:lnTo>
                    <a:pt x="93894" y="1365743"/>
                  </a:lnTo>
                  <a:lnTo>
                    <a:pt x="137287" y="1372743"/>
                  </a:lnTo>
                  <a:lnTo>
                    <a:pt x="1455293" y="1372743"/>
                  </a:lnTo>
                  <a:lnTo>
                    <a:pt x="1498685" y="1365743"/>
                  </a:lnTo>
                  <a:lnTo>
                    <a:pt x="1536371" y="1346253"/>
                  </a:lnTo>
                  <a:lnTo>
                    <a:pt x="1566090" y="1316534"/>
                  </a:lnTo>
                  <a:lnTo>
                    <a:pt x="1585580" y="1278848"/>
                  </a:lnTo>
                  <a:lnTo>
                    <a:pt x="1592579" y="1235456"/>
                  </a:lnTo>
                  <a:lnTo>
                    <a:pt x="1592579" y="137287"/>
                  </a:lnTo>
                  <a:lnTo>
                    <a:pt x="1585580" y="93894"/>
                  </a:lnTo>
                  <a:lnTo>
                    <a:pt x="1566090" y="56208"/>
                  </a:lnTo>
                  <a:lnTo>
                    <a:pt x="1536371" y="26489"/>
                  </a:lnTo>
                  <a:lnTo>
                    <a:pt x="1498685" y="6999"/>
                  </a:lnTo>
                  <a:lnTo>
                    <a:pt x="1455293" y="0"/>
                  </a:lnTo>
                  <a:close/>
                </a:path>
              </a:pathLst>
            </a:custGeom>
            <a:solidFill>
              <a:srgbClr val="92a19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</a:pPr>
              <a:endParaRPr b="0" lang="fr-FR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sp>
          <p:nvSpPr>
            <p:cNvPr id="268" name="object 23"/>
            <p:cNvSpPr/>
            <p:nvPr/>
          </p:nvSpPr>
          <p:spPr>
            <a:xfrm>
              <a:off x="7010640" y="2127240"/>
              <a:ext cx="1590840" cy="1371240"/>
            </a:xfrm>
            <a:custGeom>
              <a:avLst/>
              <a:gdLst>
                <a:gd name="textAreaLeft" fmla="*/ 0 w 1590840"/>
                <a:gd name="textAreaRight" fmla="*/ 1592640 w 1590840"/>
                <a:gd name="textAreaTop" fmla="*/ 0 h 1371240"/>
                <a:gd name="textAreaBottom" fmla="*/ 1373040 h 1371240"/>
              </a:gdLst>
              <a:ahLst/>
              <a:rect l="textAreaLeft" t="textAreaTop" r="textAreaRight" b="textAreaBottom"/>
              <a:pathLst>
                <a:path w="1592579" h="1372870">
                  <a:moveTo>
                    <a:pt x="0" y="137287"/>
                  </a:moveTo>
                  <a:lnTo>
                    <a:pt x="6999" y="93894"/>
                  </a:lnTo>
                  <a:lnTo>
                    <a:pt x="26489" y="56208"/>
                  </a:lnTo>
                  <a:lnTo>
                    <a:pt x="56208" y="26489"/>
                  </a:lnTo>
                  <a:lnTo>
                    <a:pt x="93894" y="6999"/>
                  </a:lnTo>
                  <a:lnTo>
                    <a:pt x="137287" y="0"/>
                  </a:lnTo>
                  <a:lnTo>
                    <a:pt x="1455293" y="0"/>
                  </a:lnTo>
                  <a:lnTo>
                    <a:pt x="1498685" y="6999"/>
                  </a:lnTo>
                  <a:lnTo>
                    <a:pt x="1536371" y="26489"/>
                  </a:lnTo>
                  <a:lnTo>
                    <a:pt x="1566090" y="56208"/>
                  </a:lnTo>
                  <a:lnTo>
                    <a:pt x="1585580" y="93894"/>
                  </a:lnTo>
                  <a:lnTo>
                    <a:pt x="1592579" y="137287"/>
                  </a:lnTo>
                  <a:lnTo>
                    <a:pt x="1592579" y="1235456"/>
                  </a:lnTo>
                  <a:lnTo>
                    <a:pt x="1585580" y="1278848"/>
                  </a:lnTo>
                  <a:lnTo>
                    <a:pt x="1566090" y="1316534"/>
                  </a:lnTo>
                  <a:lnTo>
                    <a:pt x="1536371" y="1346253"/>
                  </a:lnTo>
                  <a:lnTo>
                    <a:pt x="1498685" y="1365743"/>
                  </a:lnTo>
                  <a:lnTo>
                    <a:pt x="1455293" y="1372743"/>
                  </a:lnTo>
                  <a:lnTo>
                    <a:pt x="137287" y="1372743"/>
                  </a:lnTo>
                  <a:lnTo>
                    <a:pt x="93894" y="1365743"/>
                  </a:lnTo>
                  <a:lnTo>
                    <a:pt x="56208" y="1346253"/>
                  </a:lnTo>
                  <a:lnTo>
                    <a:pt x="26489" y="1316534"/>
                  </a:lnTo>
                  <a:lnTo>
                    <a:pt x="6999" y="1278848"/>
                  </a:lnTo>
                  <a:lnTo>
                    <a:pt x="0" y="1235456"/>
                  </a:lnTo>
                  <a:lnTo>
                    <a:pt x="0" y="137287"/>
                  </a:lnTo>
                  <a:close/>
                </a:path>
              </a:pathLst>
            </a:custGeom>
            <a:noFill/>
            <a:ln w="26424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</a:pPr>
              <a:endParaRPr b="0" lang="fr-FR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</p:grpSp>
      <p:sp>
        <p:nvSpPr>
          <p:cNvPr id="269" name="object 24"/>
          <p:cNvSpPr/>
          <p:nvPr/>
        </p:nvSpPr>
        <p:spPr>
          <a:xfrm>
            <a:off x="7097760" y="2401560"/>
            <a:ext cx="1417320" cy="77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42480" bIns="0" anchor="t">
            <a:spAutoFit/>
          </a:bodyPr>
          <a:p>
            <a:pPr marL="12240" algn="ctr">
              <a:lnSpc>
                <a:spcPct val="86000"/>
              </a:lnSpc>
              <a:spcBef>
                <a:spcPts val="334"/>
              </a:spcBef>
            </a:pPr>
            <a:r>
              <a:rPr b="0" lang="fr-FR" sz="1400" spc="-1" strike="noStrike">
                <a:solidFill>
                  <a:srgbClr val="ffffff"/>
                </a:solidFill>
                <a:latin typeface="Arial"/>
                <a:ea typeface="DejaVu Sans"/>
              </a:rPr>
              <a:t>Comparaison</a:t>
            </a:r>
            <a:r>
              <a:rPr b="0" lang="fr-FR" sz="1400" spc="-75" strike="noStrike">
                <a:solidFill>
                  <a:srgbClr val="ffffff"/>
                </a:solidFill>
                <a:latin typeface="Arial"/>
                <a:ea typeface="DejaVu Sans"/>
              </a:rPr>
              <a:t> </a:t>
            </a:r>
            <a:r>
              <a:rPr b="0" lang="fr-FR" sz="1400" spc="-26" strike="noStrike">
                <a:solidFill>
                  <a:srgbClr val="ffffff"/>
                </a:solidFill>
                <a:latin typeface="Arial"/>
                <a:ea typeface="DejaVu Sans"/>
              </a:rPr>
              <a:t>des </a:t>
            </a:r>
            <a:r>
              <a:rPr b="0" lang="fr-FR" sz="1400" spc="-1" strike="noStrike">
                <a:solidFill>
                  <a:srgbClr val="ffffff"/>
                </a:solidFill>
                <a:latin typeface="Arial"/>
                <a:ea typeface="DejaVu Sans"/>
              </a:rPr>
              <a:t>modèles</a:t>
            </a:r>
            <a:r>
              <a:rPr b="0" lang="fr-FR" sz="1400" spc="-35" strike="noStrike">
                <a:solidFill>
                  <a:srgbClr val="ffffff"/>
                </a:solidFill>
                <a:latin typeface="Arial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ffffff"/>
                </a:solidFill>
                <a:latin typeface="Arial"/>
                <a:ea typeface="DejaVu Sans"/>
              </a:rPr>
              <a:t>sur</a:t>
            </a:r>
            <a:r>
              <a:rPr b="0" lang="fr-FR" sz="1400" spc="-32" strike="noStrike">
                <a:solidFill>
                  <a:srgbClr val="ffffff"/>
                </a:solidFill>
                <a:latin typeface="Arial"/>
                <a:ea typeface="DejaVu Sans"/>
              </a:rPr>
              <a:t> </a:t>
            </a:r>
            <a:r>
              <a:rPr b="0" lang="fr-FR" sz="1400" spc="-26" strike="noStrike">
                <a:solidFill>
                  <a:srgbClr val="ffffff"/>
                </a:solidFill>
                <a:latin typeface="Arial"/>
                <a:ea typeface="DejaVu Sans"/>
              </a:rPr>
              <a:t>la </a:t>
            </a:r>
            <a:r>
              <a:rPr b="0" lang="fr-FR" sz="1400" spc="-1" strike="noStrike">
                <a:solidFill>
                  <a:srgbClr val="ffffff"/>
                </a:solidFill>
                <a:latin typeface="Arial"/>
                <a:ea typeface="DejaVu Sans"/>
              </a:rPr>
              <a:t>RMSE</a:t>
            </a:r>
            <a:r>
              <a:rPr b="0" lang="fr-FR" sz="1400" spc="-41" strike="noStrike">
                <a:solidFill>
                  <a:srgbClr val="ffffff"/>
                </a:solidFill>
                <a:latin typeface="Arial"/>
                <a:ea typeface="DejaVu Sans"/>
              </a:rPr>
              <a:t> </a:t>
            </a:r>
            <a:r>
              <a:rPr b="0" lang="fr-FR" sz="1400" spc="-26" strike="noStrike">
                <a:solidFill>
                  <a:srgbClr val="ffffff"/>
                </a:solidFill>
                <a:latin typeface="Arial"/>
                <a:ea typeface="DejaVu Sans"/>
              </a:rPr>
              <a:t>de </a:t>
            </a:r>
            <a:r>
              <a:rPr b="0" lang="fr-FR" sz="1400" spc="-12" strike="noStrike">
                <a:solidFill>
                  <a:srgbClr val="ffffff"/>
                </a:solidFill>
                <a:latin typeface="Arial"/>
                <a:ea typeface="DejaVu Sans"/>
              </a:rPr>
              <a:t>validation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270" name="object 25"/>
          <p:cNvGrpSpPr/>
          <p:nvPr/>
        </p:nvGrpSpPr>
        <p:grpSpPr>
          <a:xfrm>
            <a:off x="3679200" y="3721680"/>
            <a:ext cx="1654920" cy="286560"/>
            <a:chOff x="3679200" y="3721680"/>
            <a:chExt cx="1654920" cy="286560"/>
          </a:xfrm>
        </p:grpSpPr>
        <p:sp>
          <p:nvSpPr>
            <p:cNvPr id="271" name="object 26"/>
            <p:cNvSpPr/>
            <p:nvPr/>
          </p:nvSpPr>
          <p:spPr>
            <a:xfrm>
              <a:off x="3679200" y="3721680"/>
              <a:ext cx="833760" cy="286560"/>
            </a:xfrm>
            <a:custGeom>
              <a:avLst/>
              <a:gdLst>
                <a:gd name="textAreaLeft" fmla="*/ 0 w 833760"/>
                <a:gd name="textAreaRight" fmla="*/ 835560 w 833760"/>
                <a:gd name="textAreaTop" fmla="*/ 0 h 286560"/>
                <a:gd name="textAreaBottom" fmla="*/ 288360 h 286560"/>
              </a:gdLst>
              <a:ahLst/>
              <a:rect l="textAreaLeft" t="textAreaTop" r="textAreaRight" b="textAreaBottom"/>
              <a:pathLst>
                <a:path w="835660" h="288289">
                  <a:moveTo>
                    <a:pt x="0" y="0"/>
                  </a:moveTo>
                  <a:lnTo>
                    <a:pt x="9778" y="125349"/>
                  </a:lnTo>
                  <a:lnTo>
                    <a:pt x="67310" y="125349"/>
                  </a:lnTo>
                  <a:lnTo>
                    <a:pt x="96681" y="144746"/>
                  </a:lnTo>
                  <a:lnTo>
                    <a:pt x="166564" y="180453"/>
                  </a:lnTo>
                  <a:lnTo>
                    <a:pt x="206639" y="196667"/>
                  </a:lnTo>
                  <a:lnTo>
                    <a:pt x="249846" y="211723"/>
                  </a:lnTo>
                  <a:lnTo>
                    <a:pt x="295968" y="225573"/>
                  </a:lnTo>
                  <a:lnTo>
                    <a:pt x="344788" y="238169"/>
                  </a:lnTo>
                  <a:lnTo>
                    <a:pt x="396087" y="249464"/>
                  </a:lnTo>
                  <a:lnTo>
                    <a:pt x="449648" y="259409"/>
                  </a:lnTo>
                  <a:lnTo>
                    <a:pt x="505253" y="267955"/>
                  </a:lnTo>
                  <a:lnTo>
                    <a:pt x="562684" y="275056"/>
                  </a:lnTo>
                  <a:lnTo>
                    <a:pt x="621724" y="280662"/>
                  </a:lnTo>
                  <a:lnTo>
                    <a:pt x="682156" y="284727"/>
                  </a:lnTo>
                  <a:lnTo>
                    <a:pt x="743761" y="287200"/>
                  </a:lnTo>
                  <a:lnTo>
                    <a:pt x="806323" y="288036"/>
                  </a:lnTo>
                  <a:lnTo>
                    <a:pt x="835406" y="288036"/>
                  </a:lnTo>
                  <a:lnTo>
                    <a:pt x="772844" y="287200"/>
                  </a:lnTo>
                  <a:lnTo>
                    <a:pt x="711239" y="284727"/>
                  </a:lnTo>
                  <a:lnTo>
                    <a:pt x="650807" y="280662"/>
                  </a:lnTo>
                  <a:lnTo>
                    <a:pt x="591767" y="275056"/>
                  </a:lnTo>
                  <a:lnTo>
                    <a:pt x="534336" y="267955"/>
                  </a:lnTo>
                  <a:lnTo>
                    <a:pt x="478731" y="259409"/>
                  </a:lnTo>
                  <a:lnTo>
                    <a:pt x="425170" y="249464"/>
                  </a:lnTo>
                  <a:lnTo>
                    <a:pt x="373871" y="238169"/>
                  </a:lnTo>
                  <a:lnTo>
                    <a:pt x="325051" y="225573"/>
                  </a:lnTo>
                  <a:lnTo>
                    <a:pt x="278929" y="211723"/>
                  </a:lnTo>
                  <a:lnTo>
                    <a:pt x="235722" y="196667"/>
                  </a:lnTo>
                  <a:lnTo>
                    <a:pt x="195647" y="180453"/>
                  </a:lnTo>
                  <a:lnTo>
                    <a:pt x="158922" y="163130"/>
                  </a:lnTo>
                  <a:lnTo>
                    <a:pt x="96392" y="125349"/>
                  </a:lnTo>
                  <a:lnTo>
                    <a:pt x="153797" y="12534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b7c7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</a:pPr>
              <a:endParaRPr b="0" lang="fr-FR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sp>
          <p:nvSpPr>
            <p:cNvPr id="272" name="object 27"/>
            <p:cNvSpPr/>
            <p:nvPr/>
          </p:nvSpPr>
          <p:spPr>
            <a:xfrm>
              <a:off x="4500000" y="3721680"/>
              <a:ext cx="833760" cy="286560"/>
            </a:xfrm>
            <a:custGeom>
              <a:avLst/>
              <a:gdLst>
                <a:gd name="textAreaLeft" fmla="*/ 0 w 833760"/>
                <a:gd name="textAreaRight" fmla="*/ 835560 w 833760"/>
                <a:gd name="textAreaTop" fmla="*/ 0 h 286560"/>
                <a:gd name="textAreaBottom" fmla="*/ 288360 h 286560"/>
              </a:gdLst>
              <a:ahLst/>
              <a:rect l="textAreaLeft" t="textAreaTop" r="textAreaRight" b="textAreaBottom"/>
              <a:pathLst>
                <a:path w="835660" h="288289">
                  <a:moveTo>
                    <a:pt x="835279" y="0"/>
                  </a:moveTo>
                  <a:lnTo>
                    <a:pt x="806323" y="0"/>
                  </a:lnTo>
                  <a:lnTo>
                    <a:pt x="803380" y="24550"/>
                  </a:lnTo>
                  <a:lnTo>
                    <a:pt x="794711" y="48535"/>
                  </a:lnTo>
                  <a:lnTo>
                    <a:pt x="761138" y="94470"/>
                  </a:lnTo>
                  <a:lnTo>
                    <a:pt x="707491" y="137132"/>
                  </a:lnTo>
                  <a:lnTo>
                    <a:pt x="673731" y="157024"/>
                  </a:lnTo>
                  <a:lnTo>
                    <a:pt x="635661" y="175845"/>
                  </a:lnTo>
                  <a:lnTo>
                    <a:pt x="593517" y="193509"/>
                  </a:lnTo>
                  <a:lnTo>
                    <a:pt x="547536" y="209934"/>
                  </a:lnTo>
                  <a:lnTo>
                    <a:pt x="497954" y="225034"/>
                  </a:lnTo>
                  <a:lnTo>
                    <a:pt x="445007" y="238725"/>
                  </a:lnTo>
                  <a:lnTo>
                    <a:pt x="388931" y="250924"/>
                  </a:lnTo>
                  <a:lnTo>
                    <a:pt x="329963" y="261544"/>
                  </a:lnTo>
                  <a:lnTo>
                    <a:pt x="268338" y="270503"/>
                  </a:lnTo>
                  <a:lnTo>
                    <a:pt x="204294" y="277716"/>
                  </a:lnTo>
                  <a:lnTo>
                    <a:pt x="138065" y="283099"/>
                  </a:lnTo>
                  <a:lnTo>
                    <a:pt x="69888" y="286567"/>
                  </a:lnTo>
                  <a:lnTo>
                    <a:pt x="0" y="288036"/>
                  </a:lnTo>
                  <a:lnTo>
                    <a:pt x="81789" y="287080"/>
                  </a:lnTo>
                  <a:lnTo>
                    <a:pt x="147603" y="284264"/>
                  </a:lnTo>
                  <a:lnTo>
                    <a:pt x="211708" y="279660"/>
                  </a:lnTo>
                  <a:lnTo>
                    <a:pt x="273894" y="273344"/>
                  </a:lnTo>
                  <a:lnTo>
                    <a:pt x="333948" y="265390"/>
                  </a:lnTo>
                  <a:lnTo>
                    <a:pt x="391659" y="255871"/>
                  </a:lnTo>
                  <a:lnTo>
                    <a:pt x="446817" y="244863"/>
                  </a:lnTo>
                  <a:lnTo>
                    <a:pt x="499209" y="232440"/>
                  </a:lnTo>
                  <a:lnTo>
                    <a:pt x="548624" y="218675"/>
                  </a:lnTo>
                  <a:lnTo>
                    <a:pt x="594852" y="203644"/>
                  </a:lnTo>
                  <a:lnTo>
                    <a:pt x="637679" y="187420"/>
                  </a:lnTo>
                  <a:lnTo>
                    <a:pt x="676896" y="170078"/>
                  </a:lnTo>
                  <a:lnTo>
                    <a:pt x="712291" y="151692"/>
                  </a:lnTo>
                  <a:lnTo>
                    <a:pt x="770768" y="112085"/>
                  </a:lnTo>
                  <a:lnTo>
                    <a:pt x="811421" y="69194"/>
                  </a:lnTo>
                  <a:lnTo>
                    <a:pt x="832557" y="23613"/>
                  </a:lnTo>
                  <a:lnTo>
                    <a:pt x="835279" y="0"/>
                  </a:lnTo>
                  <a:close/>
                </a:path>
              </a:pathLst>
            </a:custGeom>
            <a:solidFill>
              <a:srgbClr val="55635c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</a:pPr>
              <a:endParaRPr b="0" lang="fr-FR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sp>
          <p:nvSpPr>
            <p:cNvPr id="273" name="object 28"/>
            <p:cNvSpPr/>
            <p:nvPr/>
          </p:nvSpPr>
          <p:spPr>
            <a:xfrm>
              <a:off x="3679200" y="3721680"/>
              <a:ext cx="1654920" cy="286560"/>
            </a:xfrm>
            <a:custGeom>
              <a:avLst/>
              <a:gdLst>
                <a:gd name="textAreaLeft" fmla="*/ 0 w 1654920"/>
                <a:gd name="textAreaRight" fmla="*/ 1656720 w 1654920"/>
                <a:gd name="textAreaTop" fmla="*/ 0 h 286560"/>
                <a:gd name="textAreaBottom" fmla="*/ 288360 h 286560"/>
              </a:gdLst>
              <a:ahLst/>
              <a:rect l="textAreaLeft" t="textAreaTop" r="textAreaRight" b="textAreaBottom"/>
              <a:pathLst>
                <a:path w="1656714" h="288289">
                  <a:moveTo>
                    <a:pt x="820927" y="288036"/>
                  </a:moveTo>
                  <a:lnTo>
                    <a:pt x="890816" y="286567"/>
                  </a:lnTo>
                  <a:lnTo>
                    <a:pt x="958993" y="283099"/>
                  </a:lnTo>
                  <a:lnTo>
                    <a:pt x="1025222" y="277716"/>
                  </a:lnTo>
                  <a:lnTo>
                    <a:pt x="1089266" y="270503"/>
                  </a:lnTo>
                  <a:lnTo>
                    <a:pt x="1150891" y="261544"/>
                  </a:lnTo>
                  <a:lnTo>
                    <a:pt x="1209859" y="250924"/>
                  </a:lnTo>
                  <a:lnTo>
                    <a:pt x="1265935" y="238725"/>
                  </a:lnTo>
                  <a:lnTo>
                    <a:pt x="1318882" y="225034"/>
                  </a:lnTo>
                  <a:lnTo>
                    <a:pt x="1368464" y="209934"/>
                  </a:lnTo>
                  <a:lnTo>
                    <a:pt x="1414445" y="193509"/>
                  </a:lnTo>
                  <a:lnTo>
                    <a:pt x="1456589" y="175845"/>
                  </a:lnTo>
                  <a:lnTo>
                    <a:pt x="1494659" y="157024"/>
                  </a:lnTo>
                  <a:lnTo>
                    <a:pt x="1528419" y="137132"/>
                  </a:lnTo>
                  <a:lnTo>
                    <a:pt x="1582066" y="94470"/>
                  </a:lnTo>
                  <a:lnTo>
                    <a:pt x="1615639" y="48535"/>
                  </a:lnTo>
                  <a:lnTo>
                    <a:pt x="1627251" y="0"/>
                  </a:lnTo>
                  <a:lnTo>
                    <a:pt x="1656207" y="0"/>
                  </a:lnTo>
                  <a:lnTo>
                    <a:pt x="1645462" y="46702"/>
                  </a:lnTo>
                  <a:lnTo>
                    <a:pt x="1614356" y="91013"/>
                  </a:lnTo>
                  <a:lnTo>
                    <a:pt x="1564580" y="132336"/>
                  </a:lnTo>
                  <a:lnTo>
                    <a:pt x="1497824" y="170078"/>
                  </a:lnTo>
                  <a:lnTo>
                    <a:pt x="1458607" y="187420"/>
                  </a:lnTo>
                  <a:lnTo>
                    <a:pt x="1415780" y="203644"/>
                  </a:lnTo>
                  <a:lnTo>
                    <a:pt x="1369552" y="218675"/>
                  </a:lnTo>
                  <a:lnTo>
                    <a:pt x="1320137" y="232440"/>
                  </a:lnTo>
                  <a:lnTo>
                    <a:pt x="1267745" y="244863"/>
                  </a:lnTo>
                  <a:lnTo>
                    <a:pt x="1212587" y="255871"/>
                  </a:lnTo>
                  <a:lnTo>
                    <a:pt x="1154876" y="265390"/>
                  </a:lnTo>
                  <a:lnTo>
                    <a:pt x="1094822" y="273344"/>
                  </a:lnTo>
                  <a:lnTo>
                    <a:pt x="1032636" y="279660"/>
                  </a:lnTo>
                  <a:lnTo>
                    <a:pt x="968531" y="284264"/>
                  </a:lnTo>
                  <a:lnTo>
                    <a:pt x="902717" y="287080"/>
                  </a:lnTo>
                  <a:lnTo>
                    <a:pt x="835406" y="288036"/>
                  </a:lnTo>
                  <a:lnTo>
                    <a:pt x="806323" y="288036"/>
                  </a:lnTo>
                  <a:lnTo>
                    <a:pt x="743761" y="287200"/>
                  </a:lnTo>
                  <a:lnTo>
                    <a:pt x="682156" y="284727"/>
                  </a:lnTo>
                  <a:lnTo>
                    <a:pt x="621724" y="280662"/>
                  </a:lnTo>
                  <a:lnTo>
                    <a:pt x="562684" y="275056"/>
                  </a:lnTo>
                  <a:lnTo>
                    <a:pt x="505253" y="267955"/>
                  </a:lnTo>
                  <a:lnTo>
                    <a:pt x="449648" y="259409"/>
                  </a:lnTo>
                  <a:lnTo>
                    <a:pt x="396087" y="249464"/>
                  </a:lnTo>
                  <a:lnTo>
                    <a:pt x="344788" y="238169"/>
                  </a:lnTo>
                  <a:lnTo>
                    <a:pt x="295968" y="225573"/>
                  </a:lnTo>
                  <a:lnTo>
                    <a:pt x="249846" y="211723"/>
                  </a:lnTo>
                  <a:lnTo>
                    <a:pt x="206639" y="196667"/>
                  </a:lnTo>
                  <a:lnTo>
                    <a:pt x="166564" y="180453"/>
                  </a:lnTo>
                  <a:lnTo>
                    <a:pt x="129839" y="163130"/>
                  </a:lnTo>
                  <a:lnTo>
                    <a:pt x="67310" y="125349"/>
                  </a:lnTo>
                  <a:lnTo>
                    <a:pt x="9778" y="125349"/>
                  </a:lnTo>
                  <a:lnTo>
                    <a:pt x="0" y="0"/>
                  </a:lnTo>
                  <a:lnTo>
                    <a:pt x="153797" y="125349"/>
                  </a:lnTo>
                  <a:lnTo>
                    <a:pt x="96392" y="125349"/>
                  </a:lnTo>
                  <a:lnTo>
                    <a:pt x="125764" y="144746"/>
                  </a:lnTo>
                  <a:lnTo>
                    <a:pt x="195647" y="180453"/>
                  </a:lnTo>
                  <a:lnTo>
                    <a:pt x="235722" y="196667"/>
                  </a:lnTo>
                  <a:lnTo>
                    <a:pt x="278929" y="211723"/>
                  </a:lnTo>
                  <a:lnTo>
                    <a:pt x="325051" y="225573"/>
                  </a:lnTo>
                  <a:lnTo>
                    <a:pt x="373871" y="238169"/>
                  </a:lnTo>
                  <a:lnTo>
                    <a:pt x="425170" y="249464"/>
                  </a:lnTo>
                  <a:lnTo>
                    <a:pt x="478731" y="259409"/>
                  </a:lnTo>
                  <a:lnTo>
                    <a:pt x="534336" y="267955"/>
                  </a:lnTo>
                  <a:lnTo>
                    <a:pt x="591767" y="275056"/>
                  </a:lnTo>
                  <a:lnTo>
                    <a:pt x="650807" y="280662"/>
                  </a:lnTo>
                  <a:lnTo>
                    <a:pt x="711239" y="284727"/>
                  </a:lnTo>
                  <a:lnTo>
                    <a:pt x="772844" y="287200"/>
                  </a:lnTo>
                  <a:lnTo>
                    <a:pt x="835406" y="288036"/>
                  </a:lnTo>
                </a:path>
              </a:pathLst>
            </a:custGeom>
            <a:noFill/>
            <a:ln w="26424">
              <a:solidFill>
                <a:srgbClr val="6b766e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</a:pPr>
              <a:endParaRPr b="0" lang="fr-FR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</p:grpSp>
      <p:sp>
        <p:nvSpPr>
          <p:cNvPr id="274" name="object 29"/>
          <p:cNvSpPr/>
          <p:nvPr/>
        </p:nvSpPr>
        <p:spPr>
          <a:xfrm>
            <a:off x="3745080" y="4039200"/>
            <a:ext cx="1419840" cy="49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240" bIns="0" anchor="t">
            <a:spAutoFit/>
          </a:bodyPr>
          <a:p>
            <a:pPr>
              <a:lnSpc>
                <a:spcPct val="100000"/>
              </a:lnSpc>
              <a:spcBef>
                <a:spcPts val="96"/>
              </a:spcBef>
              <a:tabLst>
                <a:tab algn="l" pos="0"/>
              </a:tabLst>
            </a:pPr>
            <a:r>
              <a:rPr b="0" lang="fr-FR" sz="1600" spc="-12" strike="noStrike">
                <a:solidFill>
                  <a:srgbClr val="46524b"/>
                </a:solidFill>
                <a:latin typeface="Arial"/>
                <a:ea typeface="DejaVu Sans"/>
              </a:rPr>
              <a:t>Affinage </a:t>
            </a:r>
            <a:r>
              <a:rPr b="0" lang="fr-FR" sz="1600" spc="-1" strike="noStrike">
                <a:solidFill>
                  <a:srgbClr val="46524b"/>
                </a:solidFill>
                <a:latin typeface="Arial"/>
                <a:ea typeface="DejaVu Sans"/>
              </a:rPr>
              <a:t>des</a:t>
            </a:r>
            <a:r>
              <a:rPr b="0" lang="fr-FR" sz="1600" spc="-35" strike="noStrike">
                <a:solidFill>
                  <a:srgbClr val="46524b"/>
                </a:solidFill>
                <a:latin typeface="Arial"/>
                <a:ea typeface="DejaVu Sans"/>
              </a:rPr>
              <a:t> </a:t>
            </a:r>
            <a:r>
              <a:rPr b="0" lang="fr-FR" sz="1600" spc="-12" strike="noStrike">
                <a:solidFill>
                  <a:srgbClr val="46524b"/>
                </a:solidFill>
                <a:latin typeface="Arial"/>
                <a:ea typeface="DejaVu Sans"/>
              </a:rPr>
              <a:t>paramètres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object 30"/>
          <p:cNvSpPr/>
          <p:nvPr/>
        </p:nvSpPr>
        <p:spPr>
          <a:xfrm>
            <a:off x="2359440" y="1300680"/>
            <a:ext cx="2745720" cy="28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>
              <a:lnSpc>
                <a:spcPct val="100000"/>
              </a:lnSpc>
              <a:spcBef>
                <a:spcPts val="99"/>
              </a:spcBef>
            </a:pPr>
            <a:r>
              <a:rPr b="0" lang="fr-FR" sz="1800" spc="-1" strike="noStrike">
                <a:solidFill>
                  <a:srgbClr val="46524b"/>
                </a:solidFill>
                <a:latin typeface="Arial"/>
                <a:ea typeface="DejaVu Sans"/>
              </a:rPr>
              <a:t>Pour</a:t>
            </a:r>
            <a:r>
              <a:rPr b="0" lang="fr-FR" sz="1800" spc="-21" strike="noStrike">
                <a:solidFill>
                  <a:srgbClr val="46524b"/>
                </a:solidFill>
                <a:latin typeface="Arial"/>
                <a:ea typeface="DejaVu Sans"/>
              </a:rPr>
              <a:t> </a:t>
            </a:r>
            <a:r>
              <a:rPr b="0" lang="fr-FR" sz="1800" spc="-1" strike="noStrike">
                <a:solidFill>
                  <a:srgbClr val="46524b"/>
                </a:solidFill>
                <a:latin typeface="Arial"/>
                <a:ea typeface="DejaVu Sans"/>
              </a:rPr>
              <a:t>chaque algorithme </a:t>
            </a:r>
            <a:r>
              <a:rPr b="0" lang="fr-FR" sz="1800" spc="-26" strike="noStrike">
                <a:solidFill>
                  <a:srgbClr val="46524b"/>
                </a:solidFill>
                <a:latin typeface="Arial"/>
                <a:ea typeface="DejaVu Sans"/>
              </a:rPr>
              <a:t>(*)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object 31"/>
          <p:cNvSpPr/>
          <p:nvPr/>
        </p:nvSpPr>
        <p:spPr>
          <a:xfrm>
            <a:off x="474480" y="5047560"/>
            <a:ext cx="7265520" cy="19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</a:pPr>
            <a:r>
              <a:rPr b="0" i="1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(*)</a:t>
            </a:r>
            <a:r>
              <a:rPr b="0" i="1" lang="fr-FR" sz="1200" spc="-3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i="1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Modèles</a:t>
            </a:r>
            <a:r>
              <a:rPr b="0" i="1" lang="fr-FR" sz="1200" spc="-5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i="1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entraînés</a:t>
            </a:r>
            <a:r>
              <a:rPr b="0" i="1" lang="fr-FR" sz="1200" spc="-5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i="1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:</a:t>
            </a:r>
            <a:r>
              <a:rPr b="0" i="1" lang="fr-FR" sz="1200" spc="-7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i="1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Elastic</a:t>
            </a:r>
            <a:r>
              <a:rPr b="0" i="1" lang="fr-FR" sz="1200" spc="-4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i="1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Net</a:t>
            </a:r>
            <a:r>
              <a:rPr b="0" i="1" lang="fr-FR" sz="1200" spc="-2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i="1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/</a:t>
            </a:r>
            <a:r>
              <a:rPr b="0" i="1" lang="fr-FR" sz="1200" spc="-21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i="1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SVR</a:t>
            </a:r>
            <a:r>
              <a:rPr b="0" i="1" lang="fr-FR" sz="1200" spc="-3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i="1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/</a:t>
            </a:r>
            <a:r>
              <a:rPr b="0" i="1" lang="fr-FR" sz="1200" spc="-1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i="1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Random</a:t>
            </a:r>
            <a:r>
              <a:rPr b="0" i="1" lang="fr-FR" sz="1200" spc="-5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i="1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Forest</a:t>
            </a:r>
            <a:r>
              <a:rPr b="0" i="1" lang="fr-FR" sz="1200" spc="-3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i="1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Regressor</a:t>
            </a:r>
            <a:r>
              <a:rPr b="0" i="1" lang="fr-FR" sz="1200" spc="-5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i="1" lang="fr-FR" sz="1200" spc="-1" strike="noStrike">
                <a:solidFill>
                  <a:srgbClr val="292934"/>
                </a:solidFill>
                <a:latin typeface="Arial"/>
                <a:ea typeface="DejaVu Sans"/>
              </a:rPr>
              <a:t>/</a:t>
            </a:r>
            <a:r>
              <a:rPr b="0" i="1" lang="fr-FR" sz="1200" spc="-3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i="1" lang="fr-FR" sz="1200" spc="-12" strike="noStrike">
                <a:solidFill>
                  <a:srgbClr val="292934"/>
                </a:solidFill>
                <a:latin typeface="Arial"/>
                <a:ea typeface="DejaVu Sans"/>
              </a:rPr>
              <a:t>XGBoost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PlaceHolder 1"/>
          <p:cNvSpPr>
            <a:spLocks noGrp="1"/>
          </p:cNvSpPr>
          <p:nvPr>
            <p:ph type="title"/>
          </p:nvPr>
        </p:nvSpPr>
        <p:spPr>
          <a:xfrm>
            <a:off x="536040" y="526320"/>
            <a:ext cx="8463240" cy="1230120"/>
          </a:xfrm>
          <a:prstGeom prst="rect">
            <a:avLst/>
          </a:prstGeom>
          <a:noFill/>
          <a:ln w="0">
            <a:noFill/>
          </a:ln>
        </p:spPr>
        <p:txBody>
          <a:bodyPr lIns="0" rIns="0" tIns="12240" bIns="0" anchor="t">
            <a:noAutofit/>
          </a:bodyPr>
          <a:p>
            <a:pPr marL="12600" indent="0">
              <a:lnSpc>
                <a:spcPct val="100000"/>
              </a:lnSpc>
              <a:spcBef>
                <a:spcPts val="96"/>
              </a:spcBef>
              <a:buNone/>
              <a:tabLst>
                <a:tab algn="l" pos="0"/>
              </a:tabLst>
            </a:pPr>
            <a:r>
              <a:rPr b="0" lang="fr-FR" sz="4000" spc="-114" strike="noStrike">
                <a:solidFill>
                  <a:srgbClr val="d2523b"/>
                </a:solidFill>
                <a:latin typeface="Arial"/>
              </a:rPr>
              <a:t>Modèle</a:t>
            </a:r>
            <a:r>
              <a:rPr b="0" lang="fr-FR" sz="4000" spc="-165" strike="noStrike">
                <a:solidFill>
                  <a:srgbClr val="d2523b"/>
                </a:solidFill>
                <a:latin typeface="Arial"/>
              </a:rPr>
              <a:t> </a:t>
            </a:r>
            <a:r>
              <a:rPr b="0" lang="fr-FR" sz="4000" spc="-114" strike="noStrike">
                <a:solidFill>
                  <a:srgbClr val="d2523b"/>
                </a:solidFill>
                <a:latin typeface="Arial"/>
              </a:rPr>
              <a:t>consommation</a:t>
            </a:r>
            <a:r>
              <a:rPr b="0" lang="fr-FR" sz="4000" spc="-177" strike="noStrike">
                <a:solidFill>
                  <a:srgbClr val="d2523b"/>
                </a:solidFill>
                <a:latin typeface="Arial"/>
              </a:rPr>
              <a:t> </a:t>
            </a:r>
            <a:r>
              <a:rPr b="0" lang="fr-FR" sz="4000" spc="-1" strike="noStrike">
                <a:solidFill>
                  <a:srgbClr val="d2523b"/>
                </a:solidFill>
                <a:latin typeface="Arial"/>
              </a:rPr>
              <a:t>:</a:t>
            </a:r>
            <a:r>
              <a:rPr b="0" lang="fr-FR" sz="4000" spc="-177" strike="noStrike">
                <a:solidFill>
                  <a:srgbClr val="d2523b"/>
                </a:solidFill>
                <a:latin typeface="Arial"/>
              </a:rPr>
              <a:t> </a:t>
            </a:r>
            <a:r>
              <a:rPr b="0" lang="fr-FR" sz="4000" spc="-52" strike="noStrike">
                <a:solidFill>
                  <a:srgbClr val="d2523b"/>
                </a:solidFill>
                <a:latin typeface="Arial"/>
              </a:rPr>
              <a:t>paramètres</a:t>
            </a:r>
            <a:endParaRPr b="0" lang="fr-FR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object 3"/>
          <p:cNvSpPr/>
          <p:nvPr/>
        </p:nvSpPr>
        <p:spPr>
          <a:xfrm>
            <a:off x="7700040" y="27000"/>
            <a:ext cx="22176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332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b="1" lang="fr-FR" sz="1400" spc="-26" strike="noStrike">
                <a:solidFill>
                  <a:srgbClr val="ffffff"/>
                </a:solidFill>
                <a:latin typeface="Arial"/>
                <a:ea typeface="DejaVu Sans"/>
              </a:rPr>
              <a:t>13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279" name="object 4"/>
          <p:cNvGraphicFramePr/>
          <p:nvPr/>
        </p:nvGraphicFramePr>
        <p:xfrm>
          <a:off x="101160" y="1410840"/>
          <a:ext cx="8711640" cy="3534840"/>
        </p:xfrm>
        <a:graphic>
          <a:graphicData uri="http://schemas.openxmlformats.org/drawingml/2006/table">
            <a:tbl>
              <a:tblPr/>
              <a:tblGrid>
                <a:gridCol w="2178000"/>
                <a:gridCol w="2178000"/>
                <a:gridCol w="2178000"/>
                <a:gridCol w="2178000"/>
              </a:tblGrid>
              <a:tr h="639360"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spcBef>
                          <a:spcPts val="315"/>
                        </a:spcBef>
                      </a:pPr>
                      <a:r>
                        <a:rPr b="1" lang="fr-FR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Elastic</a:t>
                      </a:r>
                      <a:r>
                        <a:rPr b="1" lang="fr-FR" sz="1800" spc="-15" strike="noStrike">
                          <a:solidFill>
                            <a:srgbClr val="ffffff"/>
                          </a:solidFill>
                          <a:latin typeface="Arial"/>
                        </a:rPr>
                        <a:t> </a:t>
                      </a:r>
                      <a:r>
                        <a:rPr b="1" lang="fr-FR" sz="1800" spc="-26" strike="noStrike">
                          <a:solidFill>
                            <a:srgbClr val="ffffff"/>
                          </a:solidFill>
                          <a:latin typeface="Arial"/>
                        </a:rPr>
                        <a:t>Net</a:t>
                      </a:r>
                      <a:endParaRPr b="0" lang="fr-FR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rgbClr val="92a19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marL="720" algn="ctr">
                        <a:lnSpc>
                          <a:spcPct val="100000"/>
                        </a:lnSpc>
                        <a:spcBef>
                          <a:spcPts val="315"/>
                        </a:spcBef>
                      </a:pPr>
                      <a:r>
                        <a:rPr b="1" lang="fr-FR" sz="1800" spc="-26" strike="noStrike">
                          <a:solidFill>
                            <a:srgbClr val="ffffff"/>
                          </a:solidFill>
                          <a:latin typeface="Arial"/>
                        </a:rPr>
                        <a:t>SVR</a:t>
                      </a:r>
                      <a:endParaRPr b="0" lang="fr-FR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rgbClr val="92a19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marL="720" algn="ctr">
                        <a:lnSpc>
                          <a:spcPct val="100000"/>
                        </a:lnSpc>
                        <a:spcBef>
                          <a:spcPts val="315"/>
                        </a:spcBef>
                      </a:pPr>
                      <a:r>
                        <a:rPr b="1" lang="fr-FR" sz="1800" spc="-12" strike="noStrike">
                          <a:solidFill>
                            <a:srgbClr val="ffffff"/>
                          </a:solidFill>
                          <a:latin typeface="Arial"/>
                        </a:rPr>
                        <a:t>XGBoost</a:t>
                      </a:r>
                      <a:endParaRPr b="0" lang="fr-FR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rgbClr val="92a19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marL="1440" algn="ctr">
                        <a:lnSpc>
                          <a:spcPct val="100000"/>
                        </a:lnSpc>
                        <a:spcBef>
                          <a:spcPts val="315"/>
                        </a:spcBef>
                      </a:pPr>
                      <a:r>
                        <a:rPr b="1" lang="fr-FR" sz="18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Random</a:t>
                      </a:r>
                      <a:r>
                        <a:rPr b="1" lang="fr-FR" sz="1800" spc="-15" strike="noStrike">
                          <a:solidFill>
                            <a:srgbClr val="ffffff"/>
                          </a:solidFill>
                          <a:latin typeface="Arial"/>
                        </a:rPr>
                        <a:t> </a:t>
                      </a:r>
                      <a:r>
                        <a:rPr b="1" lang="fr-FR" sz="1800" spc="-12" strike="noStrike">
                          <a:solidFill>
                            <a:srgbClr val="ffffff"/>
                          </a:solidFill>
                          <a:latin typeface="Arial"/>
                        </a:rPr>
                        <a:t>Forest</a:t>
                      </a:r>
                      <a:endParaRPr b="0" lang="fr-FR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marL="2520" algn="ctr">
                        <a:lnSpc>
                          <a:spcPct val="100000"/>
                        </a:lnSpc>
                      </a:pPr>
                      <a:r>
                        <a:rPr b="1" lang="fr-FR" sz="1800" spc="-12" strike="noStrike">
                          <a:solidFill>
                            <a:srgbClr val="ffffff"/>
                          </a:solidFill>
                          <a:latin typeface="Arial"/>
                        </a:rPr>
                        <a:t>Regressor</a:t>
                      </a:r>
                      <a:endParaRPr b="0" lang="fr-FR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rgbClr val="92a199"/>
                    </a:solidFill>
                  </a:tcPr>
                </a:tc>
              </a:tr>
              <a:tr h="326160"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ts val="2154"/>
                        </a:lnSpc>
                        <a:spcBef>
                          <a:spcPts val="315"/>
                        </a:spcBef>
                      </a:pPr>
                      <a:r>
                        <a:rPr b="0" lang="fr-FR" sz="1800" spc="-1" strike="noStrike">
                          <a:solidFill>
                            <a:srgbClr val="292934"/>
                          </a:solidFill>
                          <a:latin typeface="Arial"/>
                        </a:rPr>
                        <a:t>Alpha : </a:t>
                      </a:r>
                      <a:r>
                        <a:rPr b="0" lang="fr-FR" sz="1800" spc="-12" strike="noStrike">
                          <a:solidFill>
                            <a:srgbClr val="292934"/>
                          </a:solidFill>
                          <a:latin typeface="Arial"/>
                        </a:rPr>
                        <a:t>[10</a:t>
                      </a:r>
                      <a:r>
                        <a:rPr b="0" lang="fr-FR" sz="1800" spc="-15" strike="noStrike" baseline="25000">
                          <a:solidFill>
                            <a:srgbClr val="292934"/>
                          </a:solidFill>
                          <a:latin typeface="Arial"/>
                        </a:rPr>
                        <a:t>-</a:t>
                      </a:r>
                      <a:r>
                        <a:rPr b="0" lang="fr-FR" sz="1800" spc="-1" strike="noStrike" baseline="25000">
                          <a:solidFill>
                            <a:srgbClr val="292934"/>
                          </a:solidFill>
                          <a:latin typeface="Arial"/>
                        </a:rPr>
                        <a:t>4</a:t>
                      </a:r>
                      <a:r>
                        <a:rPr b="0" lang="fr-FR" sz="1800" spc="-1" strike="noStrike">
                          <a:solidFill>
                            <a:srgbClr val="292934"/>
                          </a:solidFill>
                          <a:latin typeface="Arial"/>
                        </a:rPr>
                        <a:t>, </a:t>
                      </a:r>
                      <a:r>
                        <a:rPr b="0" lang="fr-FR" sz="1800" spc="-21" strike="noStrike">
                          <a:solidFill>
                            <a:srgbClr val="00af50"/>
                          </a:solidFill>
                          <a:latin typeface="Arial"/>
                        </a:rPr>
                        <a:t>10</a:t>
                      </a:r>
                      <a:r>
                        <a:rPr b="0" lang="fr-FR" sz="1800" spc="-32" strike="noStrike" baseline="25000">
                          <a:solidFill>
                            <a:srgbClr val="00af50"/>
                          </a:solidFill>
                          <a:latin typeface="Arial"/>
                        </a:rPr>
                        <a:t>-</a:t>
                      </a:r>
                      <a:r>
                        <a:rPr b="0" lang="fr-FR" sz="1800" spc="-38" strike="noStrike" baseline="25000">
                          <a:solidFill>
                            <a:srgbClr val="00af50"/>
                          </a:solidFill>
                          <a:latin typeface="Arial"/>
                        </a:rPr>
                        <a:t>3</a:t>
                      </a:r>
                      <a:r>
                        <a:rPr b="0" lang="fr-FR" sz="1800" spc="-26" strike="noStrike">
                          <a:solidFill>
                            <a:srgbClr val="292934"/>
                          </a:solidFill>
                          <a:latin typeface="Arial"/>
                        </a:rPr>
                        <a:t>,</a:t>
                      </a:r>
                      <a:endParaRPr b="0" lang="fr-FR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3816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rgbClr val="dcdfd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ts val="2154"/>
                        </a:lnSpc>
                        <a:spcBef>
                          <a:spcPts val="315"/>
                        </a:spcBef>
                      </a:pPr>
                      <a:r>
                        <a:rPr b="0" lang="fr-FR" sz="1800" spc="-1" strike="noStrike">
                          <a:solidFill>
                            <a:srgbClr val="292934"/>
                          </a:solidFill>
                          <a:latin typeface="Arial"/>
                        </a:rPr>
                        <a:t>Gamma :</a:t>
                      </a:r>
                      <a:r>
                        <a:rPr b="0" lang="fr-FR" sz="1800" spc="-7" strike="noStrike">
                          <a:solidFill>
                            <a:srgbClr val="292934"/>
                          </a:solidFill>
                          <a:latin typeface="Arial"/>
                        </a:rPr>
                        <a:t> </a:t>
                      </a:r>
                      <a:r>
                        <a:rPr b="0" lang="fr-FR" sz="1800" spc="-21" strike="noStrike">
                          <a:solidFill>
                            <a:srgbClr val="292934"/>
                          </a:solidFill>
                          <a:latin typeface="Arial"/>
                        </a:rPr>
                        <a:t>10</a:t>
                      </a:r>
                      <a:r>
                        <a:rPr b="0" lang="fr-FR" sz="1800" spc="-32" strike="noStrike" baseline="25000">
                          <a:solidFill>
                            <a:srgbClr val="292934"/>
                          </a:solidFill>
                          <a:latin typeface="Arial"/>
                        </a:rPr>
                        <a:t>-</a:t>
                      </a:r>
                      <a:r>
                        <a:rPr b="0" lang="fr-FR" sz="1800" spc="-15" strike="noStrike" baseline="25000">
                          <a:solidFill>
                            <a:srgbClr val="292934"/>
                          </a:solidFill>
                          <a:latin typeface="Arial"/>
                        </a:rPr>
                        <a:t>8</a:t>
                      </a:r>
                      <a:r>
                        <a:rPr b="0" lang="fr-FR" sz="1800" spc="-12" strike="noStrike">
                          <a:solidFill>
                            <a:srgbClr val="292934"/>
                          </a:solidFill>
                          <a:latin typeface="Arial"/>
                        </a:rPr>
                        <a:t>,10</a:t>
                      </a:r>
                      <a:r>
                        <a:rPr b="0" lang="fr-FR" sz="1800" spc="-15" strike="noStrike" baseline="25000">
                          <a:solidFill>
                            <a:srgbClr val="292934"/>
                          </a:solidFill>
                          <a:latin typeface="Arial"/>
                        </a:rPr>
                        <a:t>-</a:t>
                      </a:r>
                      <a:r>
                        <a:rPr b="0" lang="fr-FR" sz="1800" spc="-1" strike="noStrike" baseline="25000">
                          <a:solidFill>
                            <a:srgbClr val="292934"/>
                          </a:solidFill>
                          <a:latin typeface="Arial"/>
                        </a:rPr>
                        <a:t>7</a:t>
                      </a:r>
                      <a:r>
                        <a:rPr b="0" lang="fr-FR" sz="1800" spc="248" strike="noStrike" baseline="25000">
                          <a:solidFill>
                            <a:srgbClr val="292934"/>
                          </a:solidFill>
                          <a:latin typeface="Arial"/>
                        </a:rPr>
                        <a:t> </a:t>
                      </a:r>
                      <a:r>
                        <a:rPr b="0" lang="fr-FR" sz="1800" spc="-52" strike="noStrike">
                          <a:solidFill>
                            <a:srgbClr val="292934"/>
                          </a:solidFill>
                          <a:latin typeface="Arial"/>
                        </a:rPr>
                        <a:t>,</a:t>
                      </a:r>
                      <a:endParaRPr b="0" lang="fr-FR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3816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rgbClr val="dcdfd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ts val="2154"/>
                        </a:lnSpc>
                        <a:spcBef>
                          <a:spcPts val="315"/>
                        </a:spcBef>
                      </a:pPr>
                      <a:r>
                        <a:rPr b="0" lang="fr-FR" sz="1800" spc="-1" strike="noStrike">
                          <a:solidFill>
                            <a:srgbClr val="292934"/>
                          </a:solidFill>
                          <a:latin typeface="Arial"/>
                        </a:rPr>
                        <a:t>N_estimators</a:t>
                      </a:r>
                      <a:r>
                        <a:rPr b="0" lang="fr-FR" sz="1800" spc="-60" strike="noStrike">
                          <a:solidFill>
                            <a:srgbClr val="292934"/>
                          </a:solidFill>
                          <a:latin typeface="Arial"/>
                        </a:rPr>
                        <a:t> </a:t>
                      </a:r>
                      <a:r>
                        <a:rPr b="0" lang="fr-FR" sz="1800" spc="-52" strike="noStrike">
                          <a:solidFill>
                            <a:srgbClr val="292934"/>
                          </a:solidFill>
                          <a:latin typeface="Arial"/>
                        </a:rPr>
                        <a:t>:</a:t>
                      </a:r>
                      <a:endParaRPr b="0" lang="fr-FR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3816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rgbClr val="dcdfd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marL="1440" algn="ctr">
                        <a:lnSpc>
                          <a:spcPts val="2154"/>
                        </a:lnSpc>
                        <a:spcBef>
                          <a:spcPts val="315"/>
                        </a:spcBef>
                      </a:pPr>
                      <a:r>
                        <a:rPr b="0" lang="fr-FR" sz="1800" spc="-1" strike="noStrike">
                          <a:solidFill>
                            <a:srgbClr val="292934"/>
                          </a:solidFill>
                          <a:latin typeface="Arial"/>
                        </a:rPr>
                        <a:t>N_estimators</a:t>
                      </a:r>
                      <a:r>
                        <a:rPr b="0" lang="fr-FR" sz="1800" spc="-26" strike="noStrike">
                          <a:solidFill>
                            <a:srgbClr val="292934"/>
                          </a:solidFill>
                          <a:latin typeface="Arial"/>
                        </a:rPr>
                        <a:t> </a:t>
                      </a:r>
                      <a:r>
                        <a:rPr b="0" lang="fr-FR" sz="1800" spc="-1" strike="noStrike">
                          <a:solidFill>
                            <a:srgbClr val="292934"/>
                          </a:solidFill>
                          <a:latin typeface="Arial"/>
                        </a:rPr>
                        <a:t>:</a:t>
                      </a:r>
                      <a:r>
                        <a:rPr b="0" lang="fr-FR" sz="1800" spc="-35" strike="noStrike">
                          <a:solidFill>
                            <a:srgbClr val="292934"/>
                          </a:solidFill>
                          <a:latin typeface="Arial"/>
                        </a:rPr>
                        <a:t> </a:t>
                      </a:r>
                      <a:r>
                        <a:rPr b="0" lang="fr-FR" sz="1800" spc="-21" strike="noStrike">
                          <a:solidFill>
                            <a:srgbClr val="292934"/>
                          </a:solidFill>
                          <a:latin typeface="Arial"/>
                        </a:rPr>
                        <a:t>[10,</a:t>
                      </a:r>
                      <a:endParaRPr b="0" lang="fr-FR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3816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rgbClr val="dcdfde"/>
                    </a:solidFill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ts val="2061"/>
                        </a:lnSpc>
                      </a:pPr>
                      <a:r>
                        <a:rPr b="0" lang="fr-FR" sz="1800" spc="-1" strike="noStrike">
                          <a:solidFill>
                            <a:srgbClr val="292934"/>
                          </a:solidFill>
                          <a:latin typeface="Arial"/>
                        </a:rPr>
                        <a:t>...,</a:t>
                      </a:r>
                      <a:r>
                        <a:rPr b="0" lang="fr-FR" sz="1800" spc="-41" strike="noStrike">
                          <a:solidFill>
                            <a:srgbClr val="292934"/>
                          </a:solidFill>
                          <a:latin typeface="Arial"/>
                        </a:rPr>
                        <a:t> </a:t>
                      </a:r>
                      <a:r>
                        <a:rPr b="0" lang="fr-FR" sz="1800" spc="-1" strike="noStrike">
                          <a:solidFill>
                            <a:srgbClr val="292934"/>
                          </a:solidFill>
                          <a:latin typeface="Arial"/>
                        </a:rPr>
                        <a:t>10,</a:t>
                      </a:r>
                      <a:r>
                        <a:rPr b="0" lang="fr-FR" sz="1800" spc="-12" strike="noStrike">
                          <a:solidFill>
                            <a:srgbClr val="292934"/>
                          </a:solidFill>
                          <a:latin typeface="Arial"/>
                        </a:rPr>
                        <a:t> </a:t>
                      </a:r>
                      <a:r>
                        <a:rPr b="0" lang="fr-FR" sz="1800" spc="-21" strike="noStrike">
                          <a:solidFill>
                            <a:srgbClr val="292934"/>
                          </a:solidFill>
                          <a:latin typeface="Arial"/>
                        </a:rPr>
                        <a:t>10</a:t>
                      </a:r>
                      <a:r>
                        <a:rPr b="0" lang="fr-FR" sz="1800" spc="-32" strike="noStrike" baseline="25000">
                          <a:solidFill>
                            <a:srgbClr val="292934"/>
                          </a:solidFill>
                          <a:latin typeface="Arial"/>
                        </a:rPr>
                        <a:t>2</a:t>
                      </a:r>
                      <a:r>
                        <a:rPr b="0" lang="fr-FR" sz="1800" spc="-21" strike="noStrike">
                          <a:solidFill>
                            <a:srgbClr val="292934"/>
                          </a:solidFill>
                          <a:latin typeface="Arial"/>
                        </a:rPr>
                        <a:t>]</a:t>
                      </a:r>
                      <a:endParaRPr b="0" lang="fr-FR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dcdfd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ts val="2061"/>
                        </a:lnSpc>
                      </a:pPr>
                      <a:r>
                        <a:rPr b="0" lang="fr-FR" sz="1800" spc="-1" strike="noStrike">
                          <a:solidFill>
                            <a:srgbClr val="292934"/>
                          </a:solidFill>
                          <a:latin typeface="Arial"/>
                        </a:rPr>
                        <a:t>... , </a:t>
                      </a:r>
                      <a:r>
                        <a:rPr b="0" lang="fr-FR" sz="1800" spc="-21" strike="noStrike">
                          <a:solidFill>
                            <a:srgbClr val="00af50"/>
                          </a:solidFill>
                          <a:latin typeface="Arial"/>
                        </a:rPr>
                        <a:t>10</a:t>
                      </a:r>
                      <a:r>
                        <a:rPr b="0" lang="fr-FR" sz="1800" spc="-32" strike="noStrike" baseline="25000">
                          <a:solidFill>
                            <a:srgbClr val="00af50"/>
                          </a:solidFill>
                          <a:latin typeface="Arial"/>
                        </a:rPr>
                        <a:t>-</a:t>
                      </a:r>
                      <a:r>
                        <a:rPr b="0" lang="fr-FR" sz="1800" spc="-75" strike="noStrike" baseline="25000">
                          <a:solidFill>
                            <a:srgbClr val="00af50"/>
                          </a:solidFill>
                          <a:latin typeface="Arial"/>
                        </a:rPr>
                        <a:t>1</a:t>
                      </a:r>
                      <a:endParaRPr b="0" lang="fr-FR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dcdfd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marL="720" algn="ctr">
                        <a:lnSpc>
                          <a:spcPts val="2061"/>
                        </a:lnSpc>
                      </a:pPr>
                      <a:r>
                        <a:rPr b="0" lang="fr-FR" sz="1800" spc="-1" strike="noStrike">
                          <a:solidFill>
                            <a:srgbClr val="292934"/>
                          </a:solidFill>
                          <a:latin typeface="Arial"/>
                        </a:rPr>
                        <a:t>[100,</a:t>
                      </a:r>
                      <a:r>
                        <a:rPr b="0" lang="fr-FR" sz="1800" spc="-46" strike="noStrike">
                          <a:solidFill>
                            <a:srgbClr val="292934"/>
                          </a:solidFill>
                          <a:latin typeface="Arial"/>
                        </a:rPr>
                        <a:t> </a:t>
                      </a:r>
                      <a:r>
                        <a:rPr b="0" lang="fr-FR" sz="1800" spc="-1" strike="noStrike">
                          <a:solidFill>
                            <a:srgbClr val="292934"/>
                          </a:solidFill>
                          <a:latin typeface="Arial"/>
                        </a:rPr>
                        <a:t>500,</a:t>
                      </a:r>
                      <a:r>
                        <a:rPr b="0" lang="fr-FR" sz="1800" spc="-32" strike="noStrike">
                          <a:solidFill>
                            <a:srgbClr val="292934"/>
                          </a:solidFill>
                          <a:latin typeface="Arial"/>
                        </a:rPr>
                        <a:t> </a:t>
                      </a:r>
                      <a:r>
                        <a:rPr b="0" lang="fr-FR" sz="1800" spc="-12" strike="noStrike">
                          <a:solidFill>
                            <a:srgbClr val="00af50"/>
                          </a:solidFill>
                          <a:latin typeface="Arial"/>
                        </a:rPr>
                        <a:t>1000</a:t>
                      </a:r>
                      <a:r>
                        <a:rPr b="0" lang="fr-FR" sz="1800" spc="-12" strike="noStrike">
                          <a:solidFill>
                            <a:srgbClr val="292934"/>
                          </a:solidFill>
                          <a:latin typeface="Arial"/>
                        </a:rPr>
                        <a:t>,</a:t>
                      </a:r>
                      <a:endParaRPr b="0" lang="fr-FR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dcdfd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marL="1440" algn="ctr">
                        <a:lnSpc>
                          <a:spcPts val="2061"/>
                        </a:lnSpc>
                      </a:pPr>
                      <a:r>
                        <a:rPr b="0" lang="fr-FR" sz="1800" spc="-1" strike="noStrike">
                          <a:solidFill>
                            <a:srgbClr val="292934"/>
                          </a:solidFill>
                          <a:latin typeface="Arial"/>
                        </a:rPr>
                        <a:t>50,</a:t>
                      </a:r>
                      <a:r>
                        <a:rPr b="0" lang="fr-FR" sz="1800" spc="-26" strike="noStrike">
                          <a:solidFill>
                            <a:srgbClr val="292934"/>
                          </a:solidFill>
                          <a:latin typeface="Arial"/>
                        </a:rPr>
                        <a:t> </a:t>
                      </a:r>
                      <a:r>
                        <a:rPr b="0" lang="fr-FR" sz="1800" spc="-1" strike="noStrike">
                          <a:solidFill>
                            <a:srgbClr val="292934"/>
                          </a:solidFill>
                          <a:latin typeface="Arial"/>
                        </a:rPr>
                        <a:t>100,</a:t>
                      </a:r>
                      <a:r>
                        <a:rPr b="0" lang="fr-FR" sz="1800" spc="-32" strike="noStrike">
                          <a:solidFill>
                            <a:srgbClr val="292934"/>
                          </a:solidFill>
                          <a:latin typeface="Arial"/>
                        </a:rPr>
                        <a:t> </a:t>
                      </a:r>
                      <a:r>
                        <a:rPr b="0" lang="fr-FR" sz="1800" spc="-1" strike="noStrike">
                          <a:solidFill>
                            <a:srgbClr val="292934"/>
                          </a:solidFill>
                          <a:latin typeface="Arial"/>
                        </a:rPr>
                        <a:t>300,</a:t>
                      </a:r>
                      <a:r>
                        <a:rPr b="0" lang="fr-FR" sz="1800" spc="-21" strike="noStrike">
                          <a:solidFill>
                            <a:srgbClr val="292934"/>
                          </a:solidFill>
                          <a:latin typeface="Arial"/>
                        </a:rPr>
                        <a:t> </a:t>
                      </a:r>
                      <a:r>
                        <a:rPr b="0" lang="fr-FR" sz="1800" spc="-21" strike="noStrike">
                          <a:solidFill>
                            <a:srgbClr val="00af50"/>
                          </a:solidFill>
                          <a:latin typeface="Arial"/>
                        </a:rPr>
                        <a:t>500</a:t>
                      </a:r>
                      <a:r>
                        <a:rPr b="0" lang="fr-FR" sz="1800" spc="-21" strike="noStrike">
                          <a:solidFill>
                            <a:srgbClr val="292934"/>
                          </a:solidFill>
                          <a:latin typeface="Arial"/>
                        </a:rPr>
                        <a:t>]</a:t>
                      </a:r>
                      <a:endParaRPr b="0" lang="fr-FR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dcdfde"/>
                    </a:solidFill>
                  </a:tcPr>
                </a:tc>
              </a:tr>
              <a:tr h="38520">
                <a:tc>
                  <a:txBody>
                    <a:bodyPr anchor="t">
                      <a:noAutofit/>
                    </a:bodyPr>
                    <a:p>
                      <a:endParaRPr b="0" lang="fr-FR" sz="100" spc="-1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dfd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b="0" lang="fr-FR" sz="100" spc="-1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dfde"/>
                    </a:solidFill>
                  </a:tcPr>
                </a:tc>
                <a:tc rowSpan="2">
                  <a:txBody>
                    <a:bodyPr anchor="t">
                      <a:noAutofit/>
                    </a:bodyPr>
                    <a:p>
                      <a:pPr algn="ctr">
                        <a:lnSpc>
                          <a:spcPts val="2064"/>
                        </a:lnSpc>
                      </a:pPr>
                      <a:r>
                        <a:rPr b="0" lang="fr-FR" sz="1800" spc="-12" strike="noStrike">
                          <a:solidFill>
                            <a:srgbClr val="292934"/>
                          </a:solidFill>
                          <a:latin typeface="Arial"/>
                        </a:rPr>
                        <a:t>2000]</a:t>
                      </a:r>
                      <a:endParaRPr b="0" lang="fr-FR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dcdfd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b="0" lang="fr-FR" sz="100" spc="-1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dfde"/>
                    </a:solidFill>
                  </a:tcPr>
                </a:tc>
              </a:tr>
              <a:tr h="326160"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ts val="2154"/>
                        </a:lnSpc>
                        <a:spcBef>
                          <a:spcPts val="315"/>
                        </a:spcBef>
                      </a:pPr>
                      <a:r>
                        <a:rPr b="0" lang="fr-FR" sz="1800" spc="-1" strike="noStrike">
                          <a:solidFill>
                            <a:srgbClr val="292934"/>
                          </a:solidFill>
                          <a:latin typeface="Arial"/>
                        </a:rPr>
                        <a:t>L1_ratio</a:t>
                      </a:r>
                      <a:r>
                        <a:rPr b="0" lang="fr-FR" sz="1800" spc="-21" strike="noStrike">
                          <a:solidFill>
                            <a:srgbClr val="292934"/>
                          </a:solidFill>
                          <a:latin typeface="Arial"/>
                        </a:rPr>
                        <a:t> </a:t>
                      </a:r>
                      <a:r>
                        <a:rPr b="0" lang="fr-FR" sz="1800" spc="-1" strike="noStrike">
                          <a:solidFill>
                            <a:srgbClr val="292934"/>
                          </a:solidFill>
                          <a:latin typeface="Arial"/>
                        </a:rPr>
                        <a:t>:</a:t>
                      </a:r>
                      <a:r>
                        <a:rPr b="0" lang="fr-FR" sz="1800" spc="-15" strike="noStrike">
                          <a:solidFill>
                            <a:srgbClr val="292934"/>
                          </a:solidFill>
                          <a:latin typeface="Arial"/>
                        </a:rPr>
                        <a:t> </a:t>
                      </a:r>
                      <a:r>
                        <a:rPr b="0" lang="fr-FR" sz="1800" spc="-1" strike="noStrike">
                          <a:solidFill>
                            <a:srgbClr val="292934"/>
                          </a:solidFill>
                          <a:latin typeface="Arial"/>
                        </a:rPr>
                        <a:t>[0.1,</a:t>
                      </a:r>
                      <a:r>
                        <a:rPr b="0" lang="fr-FR" sz="1800" spc="-32" strike="noStrike">
                          <a:solidFill>
                            <a:srgbClr val="292934"/>
                          </a:solidFill>
                          <a:latin typeface="Arial"/>
                        </a:rPr>
                        <a:t> </a:t>
                      </a:r>
                      <a:r>
                        <a:rPr b="0" lang="fr-FR" sz="1800" spc="-21" strike="noStrike">
                          <a:solidFill>
                            <a:srgbClr val="292934"/>
                          </a:solidFill>
                          <a:latin typeface="Arial"/>
                        </a:rPr>
                        <a:t>0.2,</a:t>
                      </a:r>
                      <a:endParaRPr b="0" lang="fr-FR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efe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ts val="2154"/>
                        </a:lnSpc>
                        <a:spcBef>
                          <a:spcPts val="315"/>
                        </a:spcBef>
                      </a:pPr>
                      <a:r>
                        <a:rPr b="0" lang="fr-FR" sz="1800" spc="-1" strike="noStrike">
                          <a:solidFill>
                            <a:srgbClr val="292934"/>
                          </a:solidFill>
                          <a:latin typeface="Arial"/>
                        </a:rPr>
                        <a:t>Epsilon</a:t>
                      </a:r>
                      <a:r>
                        <a:rPr b="0" lang="fr-FR" sz="1800" spc="-12" strike="noStrike">
                          <a:solidFill>
                            <a:srgbClr val="292934"/>
                          </a:solidFill>
                          <a:latin typeface="Arial"/>
                        </a:rPr>
                        <a:t> </a:t>
                      </a:r>
                      <a:r>
                        <a:rPr b="0" lang="fr-FR" sz="1800" spc="-1" strike="noStrike">
                          <a:solidFill>
                            <a:srgbClr val="292934"/>
                          </a:solidFill>
                          <a:latin typeface="Arial"/>
                        </a:rPr>
                        <a:t>:</a:t>
                      </a:r>
                      <a:r>
                        <a:rPr b="0" lang="fr-FR" sz="1800" spc="-7" strike="noStrike">
                          <a:solidFill>
                            <a:srgbClr val="292934"/>
                          </a:solidFill>
                          <a:latin typeface="Arial"/>
                        </a:rPr>
                        <a:t> </a:t>
                      </a:r>
                      <a:r>
                        <a:rPr b="0" lang="fr-FR" sz="1800" spc="-12" strike="noStrike">
                          <a:solidFill>
                            <a:srgbClr val="292934"/>
                          </a:solidFill>
                          <a:latin typeface="Arial"/>
                        </a:rPr>
                        <a:t>[0.001,</a:t>
                      </a:r>
                      <a:endParaRPr b="0" lang="fr-FR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efee"/>
                    </a:solidFill>
                  </a:tcPr>
                </a:tc>
                <a:tc vMerge="1">
                  <a:txBody>
                    <a:bodyPr lIns="90000" rIns="90000" tIns="45000" bIns="45000" anchor="t">
                      <a:noAutofit/>
                    </a:bodyPr>
                    <a:p>
                      <a:endParaRPr b="0" lang="fr-FR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marL="720" algn="ctr">
                        <a:lnSpc>
                          <a:spcPts val="2154"/>
                        </a:lnSpc>
                        <a:spcBef>
                          <a:spcPts val="315"/>
                        </a:spcBef>
                      </a:pPr>
                      <a:r>
                        <a:rPr b="0" lang="fr-FR" sz="1800" spc="-1" strike="noStrike">
                          <a:solidFill>
                            <a:srgbClr val="292934"/>
                          </a:solidFill>
                          <a:latin typeface="Arial"/>
                        </a:rPr>
                        <a:t>Min_samples_leaf</a:t>
                      </a:r>
                      <a:r>
                        <a:rPr b="0" lang="fr-FR" sz="1800" spc="-46" strike="noStrike">
                          <a:solidFill>
                            <a:srgbClr val="292934"/>
                          </a:solidFill>
                          <a:latin typeface="Arial"/>
                        </a:rPr>
                        <a:t> </a:t>
                      </a:r>
                      <a:r>
                        <a:rPr b="0" lang="fr-FR" sz="1800" spc="-52" strike="noStrike">
                          <a:solidFill>
                            <a:srgbClr val="292934"/>
                          </a:solidFill>
                          <a:latin typeface="Arial"/>
                        </a:rPr>
                        <a:t>:</a:t>
                      </a:r>
                      <a:endParaRPr b="0" lang="fr-FR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efee"/>
                    </a:solidFill>
                  </a:tcPr>
                </a:tc>
              </a:tr>
              <a:tr h="587160">
                <a:tc>
                  <a:txBody>
                    <a:bodyPr anchor="t">
                      <a:noAutofit/>
                    </a:bodyPr>
                    <a:p>
                      <a:pPr marL="326520">
                        <a:lnSpc>
                          <a:spcPts val="2064"/>
                        </a:lnSpc>
                      </a:pPr>
                      <a:r>
                        <a:rPr b="0" lang="fr-FR" sz="1800" spc="-1" strike="noStrike">
                          <a:solidFill>
                            <a:srgbClr val="292934"/>
                          </a:solidFill>
                          <a:latin typeface="Arial"/>
                        </a:rPr>
                        <a:t>0.3</a:t>
                      </a:r>
                      <a:r>
                        <a:rPr b="0" lang="fr-FR" sz="1800" spc="-46" strike="noStrike">
                          <a:solidFill>
                            <a:srgbClr val="292934"/>
                          </a:solidFill>
                          <a:latin typeface="Arial"/>
                        </a:rPr>
                        <a:t> </a:t>
                      </a:r>
                      <a:r>
                        <a:rPr b="0" lang="fr-FR" sz="1800" spc="-1" strike="noStrike">
                          <a:solidFill>
                            <a:srgbClr val="292934"/>
                          </a:solidFill>
                          <a:latin typeface="Arial"/>
                        </a:rPr>
                        <a:t>...</a:t>
                      </a:r>
                      <a:r>
                        <a:rPr b="0" lang="fr-FR" sz="1800" spc="-1" strike="noStrike">
                          <a:solidFill>
                            <a:srgbClr val="00af50"/>
                          </a:solidFill>
                          <a:latin typeface="Arial"/>
                        </a:rPr>
                        <a:t>0.6</a:t>
                      </a:r>
                      <a:r>
                        <a:rPr b="0" lang="fr-FR" sz="1800" spc="-1" strike="noStrike">
                          <a:solidFill>
                            <a:srgbClr val="292934"/>
                          </a:solidFill>
                          <a:latin typeface="Arial"/>
                        </a:rPr>
                        <a:t>....</a:t>
                      </a:r>
                      <a:r>
                        <a:rPr b="0" lang="fr-FR" sz="1800" spc="-32" strike="noStrike">
                          <a:solidFill>
                            <a:srgbClr val="292934"/>
                          </a:solidFill>
                          <a:latin typeface="Arial"/>
                        </a:rPr>
                        <a:t> </a:t>
                      </a:r>
                      <a:r>
                        <a:rPr b="0" lang="fr-FR" sz="1800" spc="-26" strike="noStrike">
                          <a:solidFill>
                            <a:srgbClr val="292934"/>
                          </a:solidFill>
                          <a:latin typeface="Arial"/>
                        </a:rPr>
                        <a:t>0.9</a:t>
                      </a:r>
                      <a:endParaRPr b="0" lang="fr-FR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efe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ts val="2064"/>
                        </a:lnSpc>
                      </a:pPr>
                      <a:r>
                        <a:rPr b="0" lang="fr-FR" sz="1800" spc="-1" strike="noStrike">
                          <a:solidFill>
                            <a:srgbClr val="292934"/>
                          </a:solidFill>
                          <a:latin typeface="Arial"/>
                        </a:rPr>
                        <a:t>0.01,</a:t>
                      </a:r>
                      <a:r>
                        <a:rPr b="0" lang="fr-FR" sz="1800" spc="-35" strike="noStrike">
                          <a:solidFill>
                            <a:srgbClr val="292934"/>
                          </a:solidFill>
                          <a:latin typeface="Arial"/>
                        </a:rPr>
                        <a:t> </a:t>
                      </a:r>
                      <a:r>
                        <a:rPr b="0" lang="fr-FR" sz="1800" spc="-1" strike="noStrike">
                          <a:solidFill>
                            <a:srgbClr val="00af50"/>
                          </a:solidFill>
                          <a:latin typeface="Arial"/>
                        </a:rPr>
                        <a:t>0.1</a:t>
                      </a:r>
                      <a:r>
                        <a:rPr b="0" lang="fr-FR" sz="1800" spc="-1" strike="noStrike">
                          <a:solidFill>
                            <a:srgbClr val="292934"/>
                          </a:solidFill>
                          <a:latin typeface="Arial"/>
                        </a:rPr>
                        <a:t>,</a:t>
                      </a:r>
                      <a:r>
                        <a:rPr b="0" lang="fr-FR" sz="1800" spc="-21" strike="noStrike">
                          <a:solidFill>
                            <a:srgbClr val="292934"/>
                          </a:solidFill>
                          <a:latin typeface="Arial"/>
                        </a:rPr>
                        <a:t> </a:t>
                      </a:r>
                      <a:r>
                        <a:rPr b="0" lang="fr-FR" sz="1800" spc="-26" strike="noStrike">
                          <a:solidFill>
                            <a:srgbClr val="292934"/>
                          </a:solidFill>
                          <a:latin typeface="Arial"/>
                        </a:rPr>
                        <a:t>1]</a:t>
                      </a:r>
                      <a:endParaRPr b="0" lang="fr-FR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efe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b="0" lang="fr-FR" sz="1900" spc="-1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dcdfd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marL="1440" algn="ctr">
                        <a:lnSpc>
                          <a:spcPts val="2064"/>
                        </a:lnSpc>
                      </a:pPr>
                      <a:r>
                        <a:rPr b="0" lang="fr-FR" sz="1800" spc="-1" strike="noStrike">
                          <a:solidFill>
                            <a:srgbClr val="292934"/>
                          </a:solidFill>
                          <a:latin typeface="Arial"/>
                        </a:rPr>
                        <a:t>[</a:t>
                      </a:r>
                      <a:r>
                        <a:rPr b="0" lang="fr-FR" sz="1800" spc="-1" strike="noStrike">
                          <a:solidFill>
                            <a:srgbClr val="00af50"/>
                          </a:solidFill>
                          <a:latin typeface="Arial"/>
                        </a:rPr>
                        <a:t>1</a:t>
                      </a:r>
                      <a:r>
                        <a:rPr b="0" lang="fr-FR" sz="1800" spc="-1" strike="noStrike">
                          <a:solidFill>
                            <a:srgbClr val="292934"/>
                          </a:solidFill>
                          <a:latin typeface="Arial"/>
                        </a:rPr>
                        <a:t>,</a:t>
                      </a:r>
                      <a:r>
                        <a:rPr b="0" lang="fr-FR" sz="1800" spc="-26" strike="noStrike">
                          <a:solidFill>
                            <a:srgbClr val="292934"/>
                          </a:solidFill>
                          <a:latin typeface="Arial"/>
                        </a:rPr>
                        <a:t> </a:t>
                      </a:r>
                      <a:r>
                        <a:rPr b="0" lang="fr-FR" sz="1800" spc="-1" strike="noStrike">
                          <a:solidFill>
                            <a:srgbClr val="292934"/>
                          </a:solidFill>
                          <a:latin typeface="Arial"/>
                        </a:rPr>
                        <a:t>3,</a:t>
                      </a:r>
                      <a:r>
                        <a:rPr b="0" lang="fr-FR" sz="1800" spc="-7" strike="noStrike">
                          <a:solidFill>
                            <a:srgbClr val="292934"/>
                          </a:solidFill>
                          <a:latin typeface="Arial"/>
                        </a:rPr>
                        <a:t> </a:t>
                      </a:r>
                      <a:r>
                        <a:rPr b="0" lang="fr-FR" sz="1800" spc="-1" strike="noStrike">
                          <a:solidFill>
                            <a:srgbClr val="292934"/>
                          </a:solidFill>
                          <a:latin typeface="Arial"/>
                        </a:rPr>
                        <a:t>5,</a:t>
                      </a:r>
                      <a:r>
                        <a:rPr b="0" lang="fr-FR" sz="1800" spc="-12" strike="noStrike">
                          <a:solidFill>
                            <a:srgbClr val="292934"/>
                          </a:solidFill>
                          <a:latin typeface="Arial"/>
                        </a:rPr>
                        <a:t> </a:t>
                      </a:r>
                      <a:r>
                        <a:rPr b="0" lang="fr-FR" sz="1800" spc="-26" strike="noStrike">
                          <a:solidFill>
                            <a:srgbClr val="292934"/>
                          </a:solidFill>
                          <a:latin typeface="Arial"/>
                        </a:rPr>
                        <a:t>10]</a:t>
                      </a:r>
                      <a:endParaRPr b="0" lang="fr-FR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efee"/>
                    </a:solidFill>
                  </a:tcPr>
                </a:tc>
              </a:tr>
              <a:tr h="326880"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ts val="2154"/>
                        </a:lnSpc>
                        <a:spcBef>
                          <a:spcPts val="320"/>
                        </a:spcBef>
                      </a:pPr>
                      <a:r>
                        <a:rPr b="0" lang="fr-FR" sz="1800" spc="-52" strike="noStrike">
                          <a:solidFill>
                            <a:srgbClr val="292934"/>
                          </a:solidFill>
                          <a:latin typeface="Arial"/>
                        </a:rPr>
                        <a:t>Tol</a:t>
                      </a:r>
                      <a:r>
                        <a:rPr b="0" lang="fr-FR" sz="1800" spc="-66" strike="noStrike">
                          <a:solidFill>
                            <a:srgbClr val="292934"/>
                          </a:solidFill>
                          <a:latin typeface="Arial"/>
                        </a:rPr>
                        <a:t> </a:t>
                      </a:r>
                      <a:r>
                        <a:rPr b="0" lang="fr-FR" sz="1800" spc="-52" strike="noStrike">
                          <a:solidFill>
                            <a:srgbClr val="292934"/>
                          </a:solidFill>
                          <a:latin typeface="Arial"/>
                        </a:rPr>
                        <a:t>:</a:t>
                      </a:r>
                      <a:endParaRPr b="0" lang="fr-FR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dfd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ts val="2154"/>
                        </a:lnSpc>
                        <a:spcBef>
                          <a:spcPts val="320"/>
                        </a:spcBef>
                      </a:pPr>
                      <a:r>
                        <a:rPr b="0" lang="fr-FR" sz="1800" spc="-1" strike="noStrike">
                          <a:solidFill>
                            <a:srgbClr val="292934"/>
                          </a:solidFill>
                          <a:latin typeface="Arial"/>
                        </a:rPr>
                        <a:t>C</a:t>
                      </a:r>
                      <a:r>
                        <a:rPr b="0" lang="fr-FR" sz="1800" spc="-26" strike="noStrike">
                          <a:solidFill>
                            <a:srgbClr val="292934"/>
                          </a:solidFill>
                          <a:latin typeface="Arial"/>
                        </a:rPr>
                        <a:t> </a:t>
                      </a:r>
                      <a:r>
                        <a:rPr b="0" lang="fr-FR" sz="1800" spc="-1" strike="noStrike">
                          <a:solidFill>
                            <a:srgbClr val="292934"/>
                          </a:solidFill>
                          <a:latin typeface="Arial"/>
                        </a:rPr>
                        <a:t>:</a:t>
                      </a:r>
                      <a:r>
                        <a:rPr b="0" lang="fr-FR" sz="1800" spc="-15" strike="noStrike">
                          <a:solidFill>
                            <a:srgbClr val="292934"/>
                          </a:solidFill>
                          <a:latin typeface="Arial"/>
                        </a:rPr>
                        <a:t> </a:t>
                      </a:r>
                      <a:r>
                        <a:rPr b="0" lang="fr-FR" sz="1800" spc="-1" strike="noStrike">
                          <a:solidFill>
                            <a:srgbClr val="292934"/>
                          </a:solidFill>
                          <a:latin typeface="Arial"/>
                        </a:rPr>
                        <a:t>[0.001,</a:t>
                      </a:r>
                      <a:r>
                        <a:rPr b="0" lang="fr-FR" sz="1800" spc="-12" strike="noStrike">
                          <a:solidFill>
                            <a:srgbClr val="292934"/>
                          </a:solidFill>
                          <a:latin typeface="Arial"/>
                        </a:rPr>
                        <a:t> </a:t>
                      </a:r>
                      <a:r>
                        <a:rPr b="0" lang="fr-FR" sz="1800" spc="-21" strike="noStrike">
                          <a:solidFill>
                            <a:srgbClr val="292934"/>
                          </a:solidFill>
                          <a:latin typeface="Arial"/>
                        </a:rPr>
                        <a:t>0.01,</a:t>
                      </a:r>
                      <a:endParaRPr b="0" lang="fr-FR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dfd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b="0" lang="fr-FR" sz="1900" spc="-1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dcdfd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marL="1800" algn="ctr">
                        <a:lnSpc>
                          <a:spcPts val="2154"/>
                        </a:lnSpc>
                        <a:spcBef>
                          <a:spcPts val="320"/>
                        </a:spcBef>
                      </a:pPr>
                      <a:r>
                        <a:rPr b="0" lang="fr-FR" sz="1800" spc="-1" strike="noStrike">
                          <a:solidFill>
                            <a:srgbClr val="292934"/>
                          </a:solidFill>
                          <a:latin typeface="Arial"/>
                        </a:rPr>
                        <a:t>Max_features</a:t>
                      </a:r>
                      <a:r>
                        <a:rPr b="0" lang="fr-FR" sz="1800" spc="-35" strike="noStrike">
                          <a:solidFill>
                            <a:srgbClr val="292934"/>
                          </a:solidFill>
                          <a:latin typeface="Arial"/>
                        </a:rPr>
                        <a:t> </a:t>
                      </a:r>
                      <a:r>
                        <a:rPr b="0" lang="fr-FR" sz="1800" spc="-52" strike="noStrike">
                          <a:solidFill>
                            <a:srgbClr val="292934"/>
                          </a:solidFill>
                          <a:latin typeface="Arial"/>
                        </a:rPr>
                        <a:t>:</a:t>
                      </a:r>
                      <a:endParaRPr b="0" lang="fr-FR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dfde"/>
                    </a:solidFill>
                  </a:tcPr>
                </a:tc>
              </a:tr>
              <a:tr h="273600"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ts val="2061"/>
                        </a:lnSpc>
                      </a:pPr>
                      <a:r>
                        <a:rPr b="0" lang="fr-FR" sz="1800" spc="-12" strike="noStrike">
                          <a:solidFill>
                            <a:srgbClr val="00af50"/>
                          </a:solidFill>
                          <a:latin typeface="Arial"/>
                        </a:rPr>
                        <a:t>[0.1</a:t>
                      </a:r>
                      <a:r>
                        <a:rPr b="0" lang="fr-FR" sz="1800" spc="-12" strike="noStrike">
                          <a:solidFill>
                            <a:srgbClr val="292934"/>
                          </a:solidFill>
                          <a:latin typeface="Arial"/>
                        </a:rPr>
                        <a:t>,0.01,0.001,0.0</a:t>
                      </a:r>
                      <a:endParaRPr b="0" lang="fr-FR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dcdfd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ts val="2061"/>
                        </a:lnSpc>
                      </a:pPr>
                      <a:r>
                        <a:rPr b="0" lang="fr-FR" sz="1800" spc="-1" strike="noStrike">
                          <a:solidFill>
                            <a:srgbClr val="292934"/>
                          </a:solidFill>
                          <a:latin typeface="Arial"/>
                        </a:rPr>
                        <a:t>0.1,</a:t>
                      </a:r>
                      <a:r>
                        <a:rPr b="0" lang="fr-FR" sz="1800" spc="-26" strike="noStrike">
                          <a:solidFill>
                            <a:srgbClr val="292934"/>
                          </a:solidFill>
                          <a:latin typeface="Arial"/>
                        </a:rPr>
                        <a:t> </a:t>
                      </a:r>
                      <a:r>
                        <a:rPr b="0" lang="fr-FR" sz="1800" spc="-1" strike="noStrike">
                          <a:solidFill>
                            <a:srgbClr val="292934"/>
                          </a:solidFill>
                          <a:latin typeface="Arial"/>
                        </a:rPr>
                        <a:t>1,</a:t>
                      </a:r>
                      <a:r>
                        <a:rPr b="0" lang="fr-FR" sz="1800" spc="-26" strike="noStrike">
                          <a:solidFill>
                            <a:srgbClr val="292934"/>
                          </a:solidFill>
                          <a:latin typeface="Arial"/>
                        </a:rPr>
                        <a:t> </a:t>
                      </a:r>
                      <a:r>
                        <a:rPr b="0" lang="fr-FR" sz="1800" spc="-26" strike="noStrike">
                          <a:solidFill>
                            <a:srgbClr val="00af50"/>
                          </a:solidFill>
                          <a:latin typeface="Arial"/>
                        </a:rPr>
                        <a:t>10</a:t>
                      </a:r>
                      <a:r>
                        <a:rPr b="0" lang="fr-FR" sz="1800" spc="-26" strike="noStrike">
                          <a:solidFill>
                            <a:srgbClr val="292934"/>
                          </a:solidFill>
                          <a:latin typeface="Arial"/>
                        </a:rPr>
                        <a:t>]</a:t>
                      </a:r>
                      <a:endParaRPr b="0" lang="fr-FR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dcdfd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b="0" lang="fr-FR" sz="1700" spc="-1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dcdfd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ts val="2061"/>
                        </a:lnSpc>
                      </a:pPr>
                      <a:r>
                        <a:rPr b="0" lang="fr-FR" sz="1800" spc="-1" strike="noStrike">
                          <a:solidFill>
                            <a:srgbClr val="292934"/>
                          </a:solidFill>
                          <a:latin typeface="Arial"/>
                        </a:rPr>
                        <a:t>[auto,</a:t>
                      </a:r>
                      <a:r>
                        <a:rPr b="0" lang="fr-FR" sz="1800" spc="-12" strike="noStrike">
                          <a:solidFill>
                            <a:srgbClr val="292934"/>
                          </a:solidFill>
                          <a:latin typeface="Arial"/>
                        </a:rPr>
                        <a:t> </a:t>
                      </a:r>
                      <a:r>
                        <a:rPr b="0" lang="fr-FR" sz="1800" spc="-12" strike="noStrike">
                          <a:solidFill>
                            <a:srgbClr val="00af50"/>
                          </a:solidFill>
                          <a:latin typeface="Arial"/>
                        </a:rPr>
                        <a:t>sqrt</a:t>
                      </a:r>
                      <a:r>
                        <a:rPr b="0" lang="fr-FR" sz="1800" spc="-12" strike="noStrike">
                          <a:solidFill>
                            <a:srgbClr val="292934"/>
                          </a:solidFill>
                          <a:latin typeface="Arial"/>
                        </a:rPr>
                        <a:t>]</a:t>
                      </a:r>
                      <a:endParaRPr b="0" lang="fr-FR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dcdfde"/>
                    </a:solidFill>
                  </a:tcPr>
                </a:tc>
              </a:tr>
              <a:tr h="312120">
                <a:tc>
                  <a:txBody>
                    <a:bodyPr anchor="t">
                      <a:noAutofit/>
                    </a:bodyPr>
                    <a:p>
                      <a:pPr algn="ctr">
                        <a:lnSpc>
                          <a:spcPts val="2064"/>
                        </a:lnSpc>
                      </a:pPr>
                      <a:r>
                        <a:rPr b="0" lang="fr-FR" sz="1800" spc="-21" strike="noStrike">
                          <a:solidFill>
                            <a:srgbClr val="292934"/>
                          </a:solidFill>
                          <a:latin typeface="Arial"/>
                        </a:rPr>
                        <a:t>001]</a:t>
                      </a:r>
                      <a:endParaRPr b="0" lang="fr-FR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dfd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b="0" lang="fr-FR" sz="1900" spc="-1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dfd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b="0" lang="fr-FR" sz="1900" spc="-1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dfd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b="0" lang="fr-FR" sz="1900" spc="-1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cdfde"/>
                    </a:solidFill>
                  </a:tcPr>
                </a:tc>
              </a:tr>
            </a:tbl>
          </a:graphicData>
        </a:graphic>
      </p:graphicFrame>
      <p:sp>
        <p:nvSpPr>
          <p:cNvPr id="280" name="object 5"/>
          <p:cNvSpPr/>
          <p:nvPr/>
        </p:nvSpPr>
        <p:spPr>
          <a:xfrm>
            <a:off x="402480" y="5226120"/>
            <a:ext cx="3933360" cy="28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</a:pPr>
            <a:r>
              <a:rPr b="0" lang="fr-FR" sz="1800" spc="-1" strike="noStrike">
                <a:solidFill>
                  <a:srgbClr val="00af50"/>
                </a:solidFill>
                <a:latin typeface="Arial"/>
                <a:ea typeface="DejaVu Sans"/>
              </a:rPr>
              <a:t>Combinaison</a:t>
            </a:r>
            <a:r>
              <a:rPr b="0" lang="fr-FR" sz="1800" spc="-15" strike="noStrike">
                <a:solidFill>
                  <a:srgbClr val="00af50"/>
                </a:solidFill>
                <a:latin typeface="Arial"/>
                <a:ea typeface="DejaVu Sans"/>
              </a:rPr>
              <a:t> </a:t>
            </a:r>
            <a:r>
              <a:rPr b="0" lang="fr-FR" sz="1800" spc="-1" strike="noStrike">
                <a:solidFill>
                  <a:srgbClr val="00af50"/>
                </a:solidFill>
                <a:latin typeface="Arial"/>
                <a:ea typeface="DejaVu Sans"/>
              </a:rPr>
              <a:t>optimale</a:t>
            </a:r>
            <a:r>
              <a:rPr b="0" lang="fr-FR" sz="1800" spc="-32" strike="noStrike">
                <a:solidFill>
                  <a:srgbClr val="00af50"/>
                </a:solidFill>
                <a:latin typeface="Arial"/>
                <a:ea typeface="DejaVu Sans"/>
              </a:rPr>
              <a:t> </a:t>
            </a:r>
            <a:r>
              <a:rPr b="0" lang="fr-FR" sz="1800" spc="-1" strike="noStrike">
                <a:solidFill>
                  <a:srgbClr val="00af50"/>
                </a:solidFill>
                <a:latin typeface="Arial"/>
                <a:ea typeface="DejaVu Sans"/>
              </a:rPr>
              <a:t>des</a:t>
            </a:r>
            <a:r>
              <a:rPr b="0" lang="fr-FR" sz="1800" spc="-41" strike="noStrike">
                <a:solidFill>
                  <a:srgbClr val="00af50"/>
                </a:solidFill>
                <a:latin typeface="Arial"/>
                <a:ea typeface="DejaVu Sans"/>
              </a:rPr>
              <a:t> </a:t>
            </a:r>
            <a:r>
              <a:rPr b="0" lang="fr-FR" sz="1800" spc="-12" strike="noStrike">
                <a:solidFill>
                  <a:srgbClr val="00af50"/>
                </a:solidFill>
                <a:latin typeface="Arial"/>
                <a:ea typeface="DejaVu Sans"/>
              </a:rPr>
              <a:t>paramètres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PlaceHolder 1"/>
          <p:cNvSpPr>
            <a:spLocks noGrp="1"/>
          </p:cNvSpPr>
          <p:nvPr>
            <p:ph type="title"/>
          </p:nvPr>
        </p:nvSpPr>
        <p:spPr>
          <a:xfrm>
            <a:off x="330120" y="283320"/>
            <a:ext cx="6329160" cy="987120"/>
          </a:xfrm>
          <a:prstGeom prst="rect">
            <a:avLst/>
          </a:prstGeom>
          <a:noFill/>
          <a:ln w="0">
            <a:noFill/>
          </a:ln>
        </p:spPr>
        <p:txBody>
          <a:bodyPr lIns="0" rIns="0" tIns="13320" bIns="0" anchor="t">
            <a:noAutofit/>
          </a:bodyPr>
          <a:p>
            <a:pPr marL="12600" indent="0">
              <a:lnSpc>
                <a:spcPct val="100000"/>
              </a:lnSpc>
              <a:spcBef>
                <a:spcPts val="105"/>
              </a:spcBef>
              <a:buNone/>
              <a:tabLst>
                <a:tab algn="l" pos="0"/>
              </a:tabLst>
            </a:pPr>
            <a:r>
              <a:rPr b="0" lang="fr-FR" sz="3200" spc="-100" strike="noStrike">
                <a:solidFill>
                  <a:srgbClr val="d2523b"/>
                </a:solidFill>
                <a:latin typeface="Arial"/>
              </a:rPr>
              <a:t>Complément</a:t>
            </a:r>
            <a:r>
              <a:rPr b="0" lang="fr-FR" sz="3200" spc="-216" strike="noStrike">
                <a:solidFill>
                  <a:srgbClr val="d2523b"/>
                </a:solidFill>
                <a:latin typeface="Arial"/>
              </a:rPr>
              <a:t> </a:t>
            </a:r>
            <a:r>
              <a:rPr b="0" lang="fr-FR" sz="3200" spc="-1" strike="noStrike">
                <a:solidFill>
                  <a:srgbClr val="d2523b"/>
                </a:solidFill>
                <a:latin typeface="Arial"/>
              </a:rPr>
              <a:t>:</a:t>
            </a:r>
            <a:r>
              <a:rPr b="0" lang="fr-FR" sz="3200" spc="-177" strike="noStrike">
                <a:solidFill>
                  <a:srgbClr val="d2523b"/>
                </a:solidFill>
                <a:latin typeface="Arial"/>
              </a:rPr>
              <a:t> </a:t>
            </a:r>
            <a:r>
              <a:rPr b="0" lang="fr-FR" sz="3200" spc="-86" strike="noStrike">
                <a:solidFill>
                  <a:srgbClr val="d2523b"/>
                </a:solidFill>
                <a:latin typeface="Arial"/>
              </a:rPr>
              <a:t>Pertinence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object 6"/>
          <p:cNvSpPr/>
          <p:nvPr/>
        </p:nvSpPr>
        <p:spPr>
          <a:xfrm>
            <a:off x="7700040" y="27000"/>
            <a:ext cx="22176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332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b="1" lang="fr-FR" sz="1400" spc="-26" strike="noStrike">
                <a:solidFill>
                  <a:srgbClr val="ffffff"/>
                </a:solidFill>
                <a:latin typeface="Arial"/>
                <a:ea typeface="DejaVu Sans"/>
              </a:rPr>
              <a:t>14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object 7"/>
          <p:cNvSpPr/>
          <p:nvPr/>
        </p:nvSpPr>
        <p:spPr>
          <a:xfrm>
            <a:off x="4500000" y="1057320"/>
            <a:ext cx="1438560" cy="1510920"/>
          </a:xfrm>
          <a:custGeom>
            <a:avLst/>
            <a:gdLst>
              <a:gd name="textAreaLeft" fmla="*/ 0 w 1438560"/>
              <a:gd name="textAreaRight" fmla="*/ 1440360 w 1438560"/>
              <a:gd name="textAreaTop" fmla="*/ 0 h 1510920"/>
              <a:gd name="textAreaBottom" fmla="*/ 1512720 h 1510920"/>
            </a:gdLst>
            <a:ahLst/>
            <a:rect l="textAreaLeft" t="textAreaTop" r="textAreaRight" b="textAreaBottom"/>
            <a:pathLst>
              <a:path w="1440179" h="1512570">
                <a:moveTo>
                  <a:pt x="0" y="1512189"/>
                </a:moveTo>
                <a:lnTo>
                  <a:pt x="1440180" y="1512189"/>
                </a:lnTo>
                <a:lnTo>
                  <a:pt x="1440180" y="0"/>
                </a:lnTo>
                <a:lnTo>
                  <a:pt x="0" y="0"/>
                </a:lnTo>
                <a:lnTo>
                  <a:pt x="0" y="1512189"/>
                </a:lnTo>
                <a:close/>
              </a:path>
            </a:pathLst>
          </a:custGeom>
          <a:noFill/>
          <a:ln w="26424">
            <a:solidFill>
              <a:srgbClr val="c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4" name="object 8"/>
          <p:cNvSpPr/>
          <p:nvPr/>
        </p:nvSpPr>
        <p:spPr>
          <a:xfrm>
            <a:off x="330120" y="771120"/>
            <a:ext cx="2910960" cy="430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332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b="0" lang="fr-FR" sz="3200" spc="-75" strike="noStrike">
                <a:solidFill>
                  <a:srgbClr val="d2523b"/>
                </a:solidFill>
                <a:latin typeface="Arial"/>
                <a:ea typeface="DejaVu Sans"/>
              </a:rPr>
              <a:t>des</a:t>
            </a:r>
            <a:r>
              <a:rPr b="0" lang="fr-FR" sz="3200" spc="-165" strike="noStrike">
                <a:solidFill>
                  <a:srgbClr val="d2523b"/>
                </a:solidFill>
                <a:latin typeface="Arial"/>
                <a:ea typeface="DejaVu Sans"/>
              </a:rPr>
              <a:t> </a:t>
            </a:r>
            <a:r>
              <a:rPr b="0" lang="fr-FR" sz="3200" spc="-100" strike="noStrike">
                <a:solidFill>
                  <a:srgbClr val="d2523b"/>
                </a:solidFill>
                <a:latin typeface="Arial"/>
                <a:ea typeface="DejaVu Sans"/>
              </a:rPr>
              <a:t>variables</a:t>
            </a:r>
            <a:r>
              <a:rPr b="0" lang="fr-FR" sz="3200" spc="-191" strike="noStrike">
                <a:solidFill>
                  <a:srgbClr val="d2523b"/>
                </a:solidFill>
                <a:latin typeface="Arial"/>
                <a:ea typeface="DejaVu Sans"/>
              </a:rPr>
              <a:t> </a:t>
            </a:r>
            <a:r>
              <a:rPr b="0" lang="fr-FR" sz="3200" spc="-72" strike="noStrike">
                <a:solidFill>
                  <a:srgbClr val="d2523b"/>
                </a:solidFill>
                <a:latin typeface="Arial"/>
                <a:ea typeface="DejaVu Sans"/>
              </a:rPr>
              <a:t>par </a:t>
            </a:r>
            <a:r>
              <a:rPr b="0" lang="fr-FR" sz="3200" spc="-12" strike="noStrike">
                <a:solidFill>
                  <a:srgbClr val="d2523b"/>
                </a:solidFill>
                <a:latin typeface="Arial"/>
                <a:ea typeface="DejaVu Sans"/>
              </a:rPr>
              <a:t>permutation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b="1" lang="fr-FR" sz="1800" spc="-1" strike="noStrike">
                <a:solidFill>
                  <a:srgbClr val="292934"/>
                </a:solidFill>
                <a:latin typeface="Arial"/>
                <a:ea typeface="DejaVu Sans"/>
              </a:rPr>
              <a:t>TotalGHGEmissions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b="1" lang="fr-FR" sz="1800" spc="-1" strike="noStrike">
                <a:solidFill>
                  <a:srgbClr val="292934"/>
                </a:solidFill>
                <a:latin typeface="Arial"/>
                <a:ea typeface="DejaVu Sans"/>
              </a:rPr>
              <a:t>Boucle</a:t>
            </a:r>
            <a:r>
              <a:rPr b="1" lang="fr-FR" sz="1800" spc="-7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1" lang="fr-FR" sz="1800" spc="-52" strike="noStrike">
                <a:solidFill>
                  <a:srgbClr val="292934"/>
                </a:solidFill>
                <a:latin typeface="Arial"/>
                <a:ea typeface="DejaVu Sans"/>
              </a:rPr>
              <a:t>: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299160" indent="-286920">
              <a:lnSpc>
                <a:spcPct val="100000"/>
              </a:lnSpc>
              <a:buClr>
                <a:srgbClr val="292934"/>
              </a:buClr>
              <a:buFont typeface="Symbol"/>
              <a:buChar char=""/>
              <a:tabLst>
                <a:tab algn="l" pos="299160"/>
                <a:tab algn="l" pos="299880"/>
              </a:tabLst>
            </a:pPr>
            <a:r>
              <a:rPr b="0" lang="fr-FR" sz="1800" spc="-1" strike="noStrike">
                <a:solidFill>
                  <a:srgbClr val="292934"/>
                </a:solidFill>
                <a:latin typeface="Arial"/>
                <a:ea typeface="DejaVu Sans"/>
              </a:rPr>
              <a:t>Fit</a:t>
            </a:r>
            <a:r>
              <a:rPr b="0" lang="fr-FR" sz="1800" spc="-1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800" spc="-1" strike="noStrike">
                <a:solidFill>
                  <a:srgbClr val="292934"/>
                </a:solidFill>
                <a:latin typeface="Arial"/>
                <a:ea typeface="DejaVu Sans"/>
              </a:rPr>
              <a:t>modèle </a:t>
            </a:r>
            <a:r>
              <a:rPr b="0" lang="fr-FR" sz="1800" spc="-21" strike="noStrike">
                <a:solidFill>
                  <a:srgbClr val="292934"/>
                </a:solidFill>
                <a:latin typeface="Arial"/>
                <a:ea typeface="DejaVu Sans"/>
              </a:rPr>
              <a:t>avec </a:t>
            </a:r>
            <a:r>
              <a:rPr b="0" lang="fr-FR" sz="1800" spc="-1" strike="noStrike">
                <a:solidFill>
                  <a:srgbClr val="292934"/>
                </a:solidFill>
                <a:latin typeface="Arial"/>
                <a:ea typeface="DejaVu Sans"/>
              </a:rPr>
              <a:t>ensemble</a:t>
            </a:r>
            <a:r>
              <a:rPr b="0" lang="fr-FR" sz="1800" spc="-3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800" spc="-26" strike="noStrike">
                <a:solidFill>
                  <a:srgbClr val="292934"/>
                </a:solidFill>
                <a:latin typeface="Arial"/>
                <a:ea typeface="DejaVu Sans"/>
              </a:rPr>
              <a:t>des </a:t>
            </a:r>
            <a:r>
              <a:rPr b="0" lang="fr-FR" sz="1800" spc="-12" strike="noStrike">
                <a:solidFill>
                  <a:srgbClr val="292934"/>
                </a:solidFill>
                <a:latin typeface="Arial"/>
                <a:ea typeface="DejaVu Sans"/>
              </a:rPr>
              <a:t>features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299160" indent="-286920" algn="just">
              <a:lnSpc>
                <a:spcPct val="100000"/>
              </a:lnSpc>
              <a:buClr>
                <a:srgbClr val="292934"/>
              </a:buClr>
              <a:buFont typeface="Symbol"/>
              <a:buChar char=""/>
              <a:tabLst>
                <a:tab algn="l" pos="299880"/>
              </a:tabLst>
            </a:pPr>
            <a:r>
              <a:rPr b="0" lang="fr-FR" sz="1800" spc="-1" strike="noStrike">
                <a:solidFill>
                  <a:srgbClr val="292934"/>
                </a:solidFill>
                <a:latin typeface="Arial"/>
                <a:ea typeface="DejaVu Sans"/>
              </a:rPr>
              <a:t>Permutation</a:t>
            </a:r>
            <a:r>
              <a:rPr b="0" lang="fr-FR" sz="1800" spc="-1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800" spc="-12" strike="noStrike">
                <a:solidFill>
                  <a:srgbClr val="292934"/>
                </a:solidFill>
                <a:latin typeface="Arial"/>
                <a:ea typeface="DejaVu Sans"/>
              </a:rPr>
              <a:t>aléatoire </a:t>
            </a:r>
            <a:r>
              <a:rPr b="0" lang="fr-FR" sz="1800" spc="-1" strike="noStrike">
                <a:solidFill>
                  <a:srgbClr val="292934"/>
                </a:solidFill>
                <a:latin typeface="Arial"/>
                <a:ea typeface="DejaVu Sans"/>
              </a:rPr>
              <a:t>d’une</a:t>
            </a:r>
            <a:r>
              <a:rPr b="0" lang="fr-FR" sz="1800" spc="-1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800" spc="-1" strike="noStrike">
                <a:solidFill>
                  <a:srgbClr val="292934"/>
                </a:solidFill>
                <a:latin typeface="Arial"/>
                <a:ea typeface="DejaVu Sans"/>
              </a:rPr>
              <a:t>feature</a:t>
            </a:r>
            <a:r>
              <a:rPr b="0" lang="fr-FR" sz="1800" spc="-1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800" spc="-1" strike="noStrike">
                <a:solidFill>
                  <a:srgbClr val="292934"/>
                </a:solidFill>
                <a:latin typeface="Arial"/>
                <a:ea typeface="DejaVu Sans"/>
              </a:rPr>
              <a:t>(ou</a:t>
            </a:r>
            <a:r>
              <a:rPr b="0" lang="fr-FR" sz="1800" spc="-21" strike="noStrike">
                <a:solidFill>
                  <a:srgbClr val="292934"/>
                </a:solidFill>
                <a:latin typeface="Arial"/>
                <a:ea typeface="DejaVu Sans"/>
              </a:rPr>
              <a:t> bloc </a:t>
            </a:r>
            <a:r>
              <a:rPr b="0" lang="fr-FR" sz="1800" spc="-1" strike="noStrike">
                <a:solidFill>
                  <a:srgbClr val="292934"/>
                </a:solidFill>
                <a:latin typeface="Arial"/>
                <a:ea typeface="DejaVu Sans"/>
              </a:rPr>
              <a:t>de</a:t>
            </a:r>
            <a:r>
              <a:rPr b="0" lang="fr-FR" sz="1800" spc="-21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800" spc="-1" strike="noStrike">
                <a:solidFill>
                  <a:srgbClr val="292934"/>
                </a:solidFill>
                <a:latin typeface="Arial"/>
                <a:ea typeface="DejaVu Sans"/>
              </a:rPr>
              <a:t>feature</a:t>
            </a:r>
            <a:r>
              <a:rPr b="0" lang="fr-FR" sz="1800" spc="-1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800" spc="-1" strike="noStrike">
                <a:solidFill>
                  <a:srgbClr val="292934"/>
                </a:solidFill>
                <a:latin typeface="Arial"/>
                <a:ea typeface="DejaVu Sans"/>
              </a:rPr>
              <a:t>pré</a:t>
            </a:r>
            <a:r>
              <a:rPr b="0" lang="fr-FR" sz="1800" spc="-21" strike="noStrike">
                <a:solidFill>
                  <a:srgbClr val="292934"/>
                </a:solidFill>
                <a:latin typeface="Arial"/>
                <a:ea typeface="DejaVu Sans"/>
              </a:rPr>
              <a:t> OHE)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299160" indent="-286920" algn="just">
              <a:lnSpc>
                <a:spcPct val="100000"/>
              </a:lnSpc>
              <a:spcBef>
                <a:spcPts val="6"/>
              </a:spcBef>
              <a:buClr>
                <a:srgbClr val="292934"/>
              </a:buClr>
              <a:buFont typeface="Symbol"/>
              <a:buChar char=""/>
              <a:tabLst>
                <a:tab algn="l" pos="299880"/>
              </a:tabLst>
            </a:pPr>
            <a:r>
              <a:rPr b="0" lang="fr-FR" sz="1800" spc="-1" strike="noStrike">
                <a:solidFill>
                  <a:srgbClr val="292934"/>
                </a:solidFill>
                <a:latin typeface="Arial"/>
                <a:ea typeface="DejaVu Sans"/>
              </a:rPr>
              <a:t>Calcul</a:t>
            </a:r>
            <a:r>
              <a:rPr b="0" lang="fr-FR" sz="1800" spc="-21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800" spc="-1" strike="noStrike">
                <a:solidFill>
                  <a:srgbClr val="292934"/>
                </a:solidFill>
                <a:latin typeface="Arial"/>
                <a:ea typeface="DejaVu Sans"/>
              </a:rPr>
              <a:t>du</a:t>
            </a:r>
            <a:r>
              <a:rPr b="0" lang="fr-FR" sz="1800" spc="-2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800" spc="-21" strike="noStrike">
                <a:solidFill>
                  <a:srgbClr val="292934"/>
                </a:solidFill>
                <a:latin typeface="Arial"/>
                <a:ea typeface="DejaVu Sans"/>
              </a:rPr>
              <a:t>score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299160" indent="-286920">
              <a:lnSpc>
                <a:spcPct val="100000"/>
              </a:lnSpc>
              <a:buClr>
                <a:srgbClr val="292934"/>
              </a:buClr>
              <a:buFont typeface="Symbol"/>
              <a:buChar char=""/>
              <a:tabLst>
                <a:tab algn="l" pos="299160"/>
                <a:tab algn="l" pos="299880"/>
              </a:tabLst>
            </a:pPr>
            <a:r>
              <a:rPr b="0" lang="fr-FR" sz="1800" spc="-1" strike="noStrike">
                <a:solidFill>
                  <a:srgbClr val="292934"/>
                </a:solidFill>
                <a:latin typeface="Arial"/>
                <a:ea typeface="DejaVu Sans"/>
              </a:rPr>
              <a:t>Suppression</a:t>
            </a:r>
            <a:r>
              <a:rPr b="0" lang="fr-FR" sz="1800" spc="-1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800" spc="-1" strike="noStrike">
                <a:solidFill>
                  <a:srgbClr val="292934"/>
                </a:solidFill>
                <a:latin typeface="Arial"/>
                <a:ea typeface="DejaVu Sans"/>
              </a:rPr>
              <a:t>de</a:t>
            </a:r>
            <a:r>
              <a:rPr b="0" lang="fr-FR" sz="1800" spc="-3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800" spc="-26" strike="noStrike">
                <a:solidFill>
                  <a:srgbClr val="292934"/>
                </a:solidFill>
                <a:latin typeface="Arial"/>
                <a:ea typeface="DejaVu Sans"/>
              </a:rPr>
              <a:t>la </a:t>
            </a:r>
            <a:r>
              <a:rPr b="0" lang="fr-FR" sz="1800" spc="-1" strike="noStrike">
                <a:solidFill>
                  <a:srgbClr val="292934"/>
                </a:solidFill>
                <a:latin typeface="Arial"/>
                <a:ea typeface="DejaVu Sans"/>
              </a:rPr>
              <a:t>feature</a:t>
            </a:r>
            <a:r>
              <a:rPr b="0" lang="fr-FR" sz="1800" spc="-3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800" spc="-1" strike="noStrike">
                <a:solidFill>
                  <a:srgbClr val="292934"/>
                </a:solidFill>
                <a:latin typeface="Arial"/>
                <a:ea typeface="DejaVu Sans"/>
              </a:rPr>
              <a:t>qui</a:t>
            </a:r>
            <a:r>
              <a:rPr b="0" lang="fr-FR" sz="1800" spc="-1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800" spc="-1" strike="noStrike">
                <a:solidFill>
                  <a:srgbClr val="292934"/>
                </a:solidFill>
                <a:latin typeface="Arial"/>
                <a:ea typeface="DejaVu Sans"/>
              </a:rPr>
              <a:t>dégrade</a:t>
            </a:r>
            <a:r>
              <a:rPr b="0" lang="fr-FR" sz="1800" spc="-7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800" spc="-26" strike="noStrike">
                <a:solidFill>
                  <a:srgbClr val="292934"/>
                </a:solidFill>
                <a:latin typeface="Arial"/>
                <a:ea typeface="DejaVu Sans"/>
              </a:rPr>
              <a:t>le </a:t>
            </a:r>
            <a:r>
              <a:rPr b="0" lang="fr-FR" sz="1800" spc="-1" strike="noStrike" u="sng">
                <a:solidFill>
                  <a:srgbClr val="292934"/>
                </a:solidFill>
                <a:uFill>
                  <a:solidFill>
                    <a:srgbClr val="292934"/>
                  </a:solidFill>
                </a:uFill>
                <a:latin typeface="Arial"/>
                <a:ea typeface="DejaVu Sans"/>
              </a:rPr>
              <a:t>moins</a:t>
            </a:r>
            <a:r>
              <a:rPr b="0" lang="fr-FR" sz="1800" spc="-21" strike="noStrike" u="sng">
                <a:solidFill>
                  <a:srgbClr val="292934"/>
                </a:solidFill>
                <a:uFill>
                  <a:solidFill>
                    <a:srgbClr val="292934"/>
                  </a:solidFill>
                </a:uFill>
                <a:latin typeface="Arial"/>
                <a:ea typeface="DejaVu Sans"/>
              </a:rPr>
              <a:t> </a:t>
            </a:r>
            <a:r>
              <a:rPr b="0" lang="fr-FR" sz="1800" spc="-1" strike="noStrike">
                <a:solidFill>
                  <a:srgbClr val="292934"/>
                </a:solidFill>
                <a:latin typeface="Arial"/>
                <a:ea typeface="DejaVu Sans"/>
              </a:rPr>
              <a:t>le</a:t>
            </a:r>
            <a:r>
              <a:rPr b="0" lang="fr-FR" sz="1800" spc="-3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800" spc="-12" strike="noStrike">
                <a:solidFill>
                  <a:srgbClr val="292934"/>
                </a:solidFill>
                <a:latin typeface="Arial"/>
                <a:ea typeface="DejaVu Sans"/>
              </a:rPr>
              <a:t>score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  <a:p>
            <a:pPr marL="299160" indent="-286920">
              <a:lnSpc>
                <a:spcPct val="100000"/>
              </a:lnSpc>
              <a:buClr>
                <a:srgbClr val="292934"/>
              </a:buClr>
              <a:buFont typeface="Symbol"/>
              <a:buChar char=""/>
              <a:tabLst>
                <a:tab algn="l" pos="299160"/>
                <a:tab algn="l" pos="299880"/>
              </a:tabLst>
            </a:pPr>
            <a:r>
              <a:rPr b="0" lang="fr-FR" sz="1800" spc="-1" strike="noStrike">
                <a:solidFill>
                  <a:srgbClr val="292934"/>
                </a:solidFill>
                <a:latin typeface="Arial"/>
                <a:ea typeface="DejaVu Sans"/>
              </a:rPr>
              <a:t>Calcul</a:t>
            </a:r>
            <a:r>
              <a:rPr b="0" lang="fr-FR" sz="1800" spc="-4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800" spc="-12" strike="noStrike">
                <a:solidFill>
                  <a:srgbClr val="292934"/>
                </a:solidFill>
                <a:latin typeface="Arial"/>
                <a:ea typeface="DejaVu Sans"/>
              </a:rPr>
              <a:t>score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85" name="object 9" descr=""/>
          <p:cNvPicPr/>
          <p:nvPr/>
        </p:nvPicPr>
        <p:blipFill>
          <a:blip r:embed="rId1"/>
          <a:stretch/>
        </p:blipFill>
        <p:spPr>
          <a:xfrm>
            <a:off x="3420000" y="481320"/>
            <a:ext cx="5686560" cy="2329200"/>
          </a:xfrm>
          <a:prstGeom prst="rect">
            <a:avLst/>
          </a:prstGeom>
          <a:ln w="0">
            <a:noFill/>
          </a:ln>
        </p:spPr>
      </p:pic>
      <p:pic>
        <p:nvPicPr>
          <p:cNvPr id="286" name="" descr=""/>
          <p:cNvPicPr/>
          <p:nvPr/>
        </p:nvPicPr>
        <p:blipFill>
          <a:blip r:embed="rId2"/>
          <a:stretch/>
        </p:blipFill>
        <p:spPr>
          <a:xfrm>
            <a:off x="3240000" y="2964600"/>
            <a:ext cx="5736600" cy="26154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object 2"/>
          <p:cNvSpPr/>
          <p:nvPr/>
        </p:nvSpPr>
        <p:spPr>
          <a:xfrm>
            <a:off x="7700040" y="27000"/>
            <a:ext cx="22176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332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b="1" lang="fr-FR" sz="1400" spc="-26" strike="noStrike">
                <a:solidFill>
                  <a:srgbClr val="ffffff"/>
                </a:solidFill>
                <a:latin typeface="Arial"/>
                <a:ea typeface="DejaVu Sans"/>
              </a:rPr>
              <a:t>15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" name="PlaceHolder 1"/>
          <p:cNvSpPr>
            <a:spLocks noGrp="1"/>
          </p:cNvSpPr>
          <p:nvPr>
            <p:ph type="title"/>
          </p:nvPr>
        </p:nvSpPr>
        <p:spPr>
          <a:xfrm>
            <a:off x="536040" y="221400"/>
            <a:ext cx="8643600" cy="1855080"/>
          </a:xfrm>
          <a:prstGeom prst="rect">
            <a:avLst/>
          </a:prstGeom>
          <a:noFill/>
          <a:ln w="0">
            <a:noFill/>
          </a:ln>
        </p:spPr>
        <p:txBody>
          <a:bodyPr lIns="0" rIns="0" tIns="316800" bIns="0" anchor="t">
            <a:noAutofit/>
          </a:bodyPr>
          <a:p>
            <a:pPr marL="12600" indent="0">
              <a:lnSpc>
                <a:spcPct val="100000"/>
              </a:lnSpc>
              <a:spcBef>
                <a:spcPts val="2494"/>
              </a:spcBef>
              <a:buNone/>
              <a:tabLst>
                <a:tab algn="l" pos="0"/>
              </a:tabLst>
            </a:pPr>
            <a:r>
              <a:rPr b="0" lang="fr-FR" sz="4000" spc="-114" strike="noStrike">
                <a:solidFill>
                  <a:srgbClr val="d2523b"/>
                </a:solidFill>
                <a:latin typeface="Arial"/>
              </a:rPr>
              <a:t>Modèle</a:t>
            </a:r>
            <a:r>
              <a:rPr b="0" lang="fr-FR" sz="4000" spc="-171" strike="noStrike">
                <a:solidFill>
                  <a:srgbClr val="d2523b"/>
                </a:solidFill>
                <a:latin typeface="Arial"/>
              </a:rPr>
              <a:t> </a:t>
            </a:r>
            <a:r>
              <a:rPr b="0" lang="fr-FR" sz="4000" spc="-111" strike="noStrike">
                <a:solidFill>
                  <a:srgbClr val="d2523b"/>
                </a:solidFill>
                <a:latin typeface="Arial"/>
              </a:rPr>
              <a:t>émissions</a:t>
            </a:r>
            <a:r>
              <a:rPr b="0" lang="fr-FR" sz="4000" spc="-185" strike="noStrike">
                <a:solidFill>
                  <a:srgbClr val="d2523b"/>
                </a:solidFill>
                <a:latin typeface="Arial"/>
              </a:rPr>
              <a:t> </a:t>
            </a:r>
            <a:r>
              <a:rPr b="0" lang="fr-FR" sz="4000" spc="-1" strike="noStrike">
                <a:solidFill>
                  <a:srgbClr val="d2523b"/>
                </a:solidFill>
                <a:latin typeface="Arial"/>
              </a:rPr>
              <a:t>:</a:t>
            </a:r>
            <a:r>
              <a:rPr b="0" lang="fr-FR" sz="4000" spc="-182" strike="noStrike">
                <a:solidFill>
                  <a:srgbClr val="d2523b"/>
                </a:solidFill>
                <a:latin typeface="Arial"/>
              </a:rPr>
              <a:t> </a:t>
            </a:r>
            <a:r>
              <a:rPr b="0" lang="fr-FR" sz="4000" spc="-46" strike="noStrike">
                <a:solidFill>
                  <a:srgbClr val="d2523b"/>
                </a:solidFill>
                <a:latin typeface="Arial"/>
              </a:rPr>
              <a:t>démarche</a:t>
            </a:r>
            <a:endParaRPr b="0" lang="fr-FR" sz="4000" spc="-1" strike="noStrike">
              <a:solidFill>
                <a:srgbClr val="000000"/>
              </a:solidFill>
              <a:latin typeface="Arial"/>
            </a:endParaRPr>
          </a:p>
          <a:p>
            <a:pPr marL="12600" indent="0">
              <a:lnSpc>
                <a:spcPct val="100000"/>
              </a:lnSpc>
              <a:spcBef>
                <a:spcPts val="845"/>
              </a:spcBef>
              <a:buNone/>
              <a:tabLst>
                <a:tab algn="l" pos="0"/>
              </a:tabLst>
            </a:pPr>
            <a:r>
              <a:rPr b="1" lang="fr-FR" sz="1400" spc="-1" strike="noStrike">
                <a:solidFill>
                  <a:srgbClr val="292934"/>
                </a:solidFill>
                <a:latin typeface="Arial"/>
              </a:rPr>
              <a:t>Idée:</a:t>
            </a:r>
            <a:r>
              <a:rPr b="1" lang="fr-FR" sz="1400" spc="-60" strike="noStrike">
                <a:solidFill>
                  <a:srgbClr val="292934"/>
                </a:solidFill>
                <a:latin typeface="Arial"/>
              </a:rPr>
              <a:t> </a:t>
            </a:r>
            <a:r>
              <a:rPr b="0" lang="fr-FR" sz="1400" spc="-1" strike="noStrike">
                <a:solidFill>
                  <a:srgbClr val="292934"/>
                </a:solidFill>
                <a:latin typeface="Arial"/>
              </a:rPr>
              <a:t>Faire</a:t>
            </a:r>
            <a:r>
              <a:rPr b="0" lang="fr-FR" sz="1400" spc="-35" strike="noStrike">
                <a:solidFill>
                  <a:srgbClr val="292934"/>
                </a:solidFill>
                <a:latin typeface="Arial"/>
              </a:rPr>
              <a:t> </a:t>
            </a:r>
            <a:r>
              <a:rPr b="0" lang="fr-FR" sz="1400" spc="-1" strike="noStrike">
                <a:solidFill>
                  <a:srgbClr val="292934"/>
                </a:solidFill>
                <a:latin typeface="Arial"/>
              </a:rPr>
              <a:t>un</a:t>
            </a:r>
            <a:r>
              <a:rPr b="0" lang="fr-FR" sz="1400" spc="-35" strike="noStrike">
                <a:solidFill>
                  <a:srgbClr val="292934"/>
                </a:solidFill>
                <a:latin typeface="Arial"/>
              </a:rPr>
              <a:t> </a:t>
            </a:r>
            <a:r>
              <a:rPr b="0" lang="fr-FR" sz="1400" spc="-1" strike="noStrike">
                <a:solidFill>
                  <a:srgbClr val="292934"/>
                </a:solidFill>
                <a:latin typeface="Arial"/>
              </a:rPr>
              <a:t>modèle</a:t>
            </a:r>
            <a:r>
              <a:rPr b="0" lang="fr-FR" sz="1400" spc="-41" strike="noStrike">
                <a:solidFill>
                  <a:srgbClr val="292934"/>
                </a:solidFill>
                <a:latin typeface="Arial"/>
              </a:rPr>
              <a:t> </a:t>
            </a:r>
            <a:r>
              <a:rPr b="0" lang="fr-FR" sz="1400" spc="-1" strike="noStrike">
                <a:solidFill>
                  <a:srgbClr val="292934"/>
                </a:solidFill>
                <a:latin typeface="Arial"/>
              </a:rPr>
              <a:t>simplifié</a:t>
            </a:r>
            <a:r>
              <a:rPr b="0" lang="fr-FR" sz="1400" spc="-46" strike="noStrike">
                <a:solidFill>
                  <a:srgbClr val="292934"/>
                </a:solidFill>
                <a:latin typeface="Arial"/>
              </a:rPr>
              <a:t> </a:t>
            </a:r>
            <a:r>
              <a:rPr b="0" lang="fr-FR" sz="1400" spc="-1" strike="noStrike">
                <a:solidFill>
                  <a:srgbClr val="292934"/>
                </a:solidFill>
                <a:latin typeface="Arial"/>
              </a:rPr>
              <a:t>à</a:t>
            </a:r>
            <a:r>
              <a:rPr b="0" lang="fr-FR" sz="1400" spc="-32" strike="noStrike">
                <a:solidFill>
                  <a:srgbClr val="292934"/>
                </a:solidFill>
                <a:latin typeface="Arial"/>
              </a:rPr>
              <a:t> </a:t>
            </a:r>
            <a:r>
              <a:rPr b="0" lang="fr-FR" sz="1400" spc="-1" strike="noStrike">
                <a:solidFill>
                  <a:srgbClr val="292934"/>
                </a:solidFill>
                <a:latin typeface="Arial"/>
              </a:rPr>
              <a:t>partir</a:t>
            </a:r>
            <a:r>
              <a:rPr b="0" lang="fr-FR" sz="1400" spc="-46" strike="noStrike">
                <a:solidFill>
                  <a:srgbClr val="292934"/>
                </a:solidFill>
                <a:latin typeface="Arial"/>
              </a:rPr>
              <a:t> </a:t>
            </a:r>
            <a:r>
              <a:rPr b="0" lang="fr-FR" sz="1400" spc="-1" strike="noStrike">
                <a:solidFill>
                  <a:srgbClr val="292934"/>
                </a:solidFill>
                <a:latin typeface="Arial"/>
              </a:rPr>
              <a:t>de</a:t>
            </a:r>
            <a:r>
              <a:rPr b="0" lang="fr-FR" sz="1400" spc="-35" strike="noStrike">
                <a:solidFill>
                  <a:srgbClr val="292934"/>
                </a:solidFill>
                <a:latin typeface="Arial"/>
              </a:rPr>
              <a:t> </a:t>
            </a:r>
            <a:r>
              <a:rPr b="0" lang="fr-FR" sz="1400" spc="-1" strike="noStrike">
                <a:solidFill>
                  <a:srgbClr val="292934"/>
                </a:solidFill>
                <a:latin typeface="Arial"/>
              </a:rPr>
              <a:t>la</a:t>
            </a:r>
            <a:r>
              <a:rPr b="0" lang="fr-FR" sz="1400" spc="-26" strike="noStrike">
                <a:solidFill>
                  <a:srgbClr val="292934"/>
                </a:solidFill>
                <a:latin typeface="Arial"/>
              </a:rPr>
              <a:t> </a:t>
            </a:r>
            <a:r>
              <a:rPr b="0" lang="fr-FR" sz="1400" spc="-1" strike="noStrike">
                <a:solidFill>
                  <a:srgbClr val="292934"/>
                </a:solidFill>
                <a:latin typeface="Arial"/>
              </a:rPr>
              <a:t>prédiction</a:t>
            </a:r>
            <a:r>
              <a:rPr b="0" lang="fr-FR" sz="1400" spc="-60" strike="noStrike">
                <a:solidFill>
                  <a:srgbClr val="292934"/>
                </a:solidFill>
                <a:latin typeface="Arial"/>
              </a:rPr>
              <a:t> </a:t>
            </a:r>
            <a:r>
              <a:rPr b="0" lang="fr-FR" sz="1400" spc="-1" strike="noStrike">
                <a:solidFill>
                  <a:srgbClr val="292934"/>
                </a:solidFill>
                <a:latin typeface="Arial"/>
              </a:rPr>
              <a:t>de</a:t>
            </a:r>
            <a:r>
              <a:rPr b="0" lang="fr-FR" sz="1400" spc="-35" strike="noStrike">
                <a:solidFill>
                  <a:srgbClr val="292934"/>
                </a:solidFill>
                <a:latin typeface="Arial"/>
              </a:rPr>
              <a:t> </a:t>
            </a:r>
            <a:r>
              <a:rPr b="0" lang="fr-FR" sz="1400" spc="-12" strike="noStrike">
                <a:solidFill>
                  <a:srgbClr val="292934"/>
                </a:solidFill>
                <a:latin typeface="Arial"/>
              </a:rPr>
              <a:t>consommation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" name="object 4"/>
          <p:cNvSpPr/>
          <p:nvPr/>
        </p:nvSpPr>
        <p:spPr>
          <a:xfrm>
            <a:off x="536040" y="5083920"/>
            <a:ext cx="702000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95120" indent="-182160">
              <a:lnSpc>
                <a:spcPct val="100000"/>
              </a:lnSpc>
              <a:spcBef>
                <a:spcPts val="99"/>
              </a:spcBef>
              <a:buClr>
                <a:srgbClr val="92a199"/>
              </a:buClr>
              <a:buSzPct val="82000"/>
              <a:buFont typeface="Symbol"/>
              <a:buChar char=""/>
              <a:tabLst>
                <a:tab algn="l" pos="195120"/>
                <a:tab algn="l" pos="195480"/>
              </a:tabLst>
            </a:pPr>
            <a:r>
              <a:rPr b="0" lang="fr-FR" sz="1400" spc="-1" strike="noStrike">
                <a:solidFill>
                  <a:srgbClr val="292934"/>
                </a:solidFill>
                <a:latin typeface="Arial"/>
                <a:ea typeface="DejaVu Sans"/>
              </a:rPr>
              <a:t>Le</a:t>
            </a:r>
            <a:r>
              <a:rPr b="0" lang="fr-FR" sz="1400" spc="-5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292934"/>
                </a:solidFill>
                <a:latin typeface="Arial"/>
                <a:ea typeface="DejaVu Sans"/>
              </a:rPr>
              <a:t>modèle</a:t>
            </a:r>
            <a:r>
              <a:rPr b="0" lang="fr-FR" sz="1400" spc="-41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292934"/>
                </a:solidFill>
                <a:latin typeface="Arial"/>
                <a:ea typeface="DejaVu Sans"/>
              </a:rPr>
              <a:t>obtenu</a:t>
            </a:r>
            <a:r>
              <a:rPr b="0" lang="fr-FR" sz="1400" spc="-60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292934"/>
                </a:solidFill>
                <a:latin typeface="Arial"/>
                <a:ea typeface="DejaVu Sans"/>
              </a:rPr>
              <a:t>est</a:t>
            </a:r>
            <a:r>
              <a:rPr b="0" lang="fr-FR" sz="1400" spc="-3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292934"/>
                </a:solidFill>
                <a:latin typeface="Arial"/>
                <a:ea typeface="DejaVu Sans"/>
              </a:rPr>
              <a:t>encore</a:t>
            </a:r>
            <a:r>
              <a:rPr b="0" lang="fr-FR" sz="1400" spc="-5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292934"/>
                </a:solidFill>
                <a:latin typeface="Arial"/>
                <a:ea typeface="DejaVu Sans"/>
              </a:rPr>
              <a:t>plus</a:t>
            </a:r>
            <a:r>
              <a:rPr b="0" lang="fr-FR" sz="1400" spc="-4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292934"/>
                </a:solidFill>
                <a:latin typeface="Arial"/>
                <a:ea typeface="DejaVu Sans"/>
              </a:rPr>
              <a:t>performant</a:t>
            </a:r>
            <a:r>
              <a:rPr b="0" lang="fr-FR" sz="1400" spc="-6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292934"/>
                </a:solidFill>
                <a:latin typeface="Arial"/>
                <a:ea typeface="DejaVu Sans"/>
              </a:rPr>
              <a:t>que</a:t>
            </a:r>
            <a:r>
              <a:rPr b="0" lang="fr-FR" sz="1400" spc="-3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292934"/>
                </a:solidFill>
                <a:latin typeface="Arial"/>
                <a:ea typeface="DejaVu Sans"/>
              </a:rPr>
              <a:t>le</a:t>
            </a:r>
            <a:r>
              <a:rPr b="0" lang="fr-FR" sz="1400" spc="-2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292934"/>
                </a:solidFill>
                <a:latin typeface="Arial"/>
                <a:ea typeface="DejaVu Sans"/>
              </a:rPr>
              <a:t>modèle</a:t>
            </a:r>
            <a:r>
              <a:rPr b="0" lang="fr-FR" sz="1400" spc="-4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292934"/>
                </a:solidFill>
                <a:latin typeface="Arial"/>
                <a:ea typeface="DejaVu Sans"/>
              </a:rPr>
              <a:t>étalon</a:t>
            </a:r>
            <a:r>
              <a:rPr b="0" lang="fr-FR" sz="1400" spc="-5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292934"/>
                </a:solidFill>
                <a:latin typeface="Arial"/>
                <a:ea typeface="DejaVu Sans"/>
              </a:rPr>
              <a:t>et</a:t>
            </a:r>
            <a:r>
              <a:rPr b="0" lang="fr-FR" sz="1400" spc="-3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292934"/>
                </a:solidFill>
                <a:latin typeface="Arial"/>
                <a:ea typeface="DejaVu Sans"/>
              </a:rPr>
              <a:t>peut</a:t>
            </a:r>
            <a:r>
              <a:rPr b="0" lang="fr-FR" sz="1400" spc="-4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292934"/>
                </a:solidFill>
                <a:latin typeface="Arial"/>
                <a:ea typeface="DejaVu Sans"/>
              </a:rPr>
              <a:t>être</a:t>
            </a:r>
            <a:r>
              <a:rPr b="0" lang="fr-FR" sz="1400" spc="-4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1400" spc="-12" strike="noStrike">
                <a:solidFill>
                  <a:srgbClr val="292934"/>
                </a:solidFill>
                <a:latin typeface="Arial"/>
                <a:ea typeface="DejaVu Sans"/>
              </a:rPr>
              <a:t>retenu.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290" name="object 5"/>
          <p:cNvGrpSpPr/>
          <p:nvPr/>
        </p:nvGrpSpPr>
        <p:grpSpPr>
          <a:xfrm>
            <a:off x="690120" y="1783800"/>
            <a:ext cx="1965960" cy="2865960"/>
            <a:chOff x="690120" y="1783800"/>
            <a:chExt cx="1965960" cy="2865960"/>
          </a:xfrm>
        </p:grpSpPr>
        <p:sp>
          <p:nvSpPr>
            <p:cNvPr id="291" name="object 6"/>
            <p:cNvSpPr/>
            <p:nvPr/>
          </p:nvSpPr>
          <p:spPr>
            <a:xfrm>
              <a:off x="690120" y="1783800"/>
              <a:ext cx="1965960" cy="2865960"/>
            </a:xfrm>
            <a:custGeom>
              <a:avLst/>
              <a:gdLst>
                <a:gd name="textAreaLeft" fmla="*/ 0 w 1965960"/>
                <a:gd name="textAreaRight" fmla="*/ 1967760 w 1965960"/>
                <a:gd name="textAreaTop" fmla="*/ 0 h 2865960"/>
                <a:gd name="textAreaBottom" fmla="*/ 2867760 h 2865960"/>
              </a:gdLst>
              <a:ahLst/>
              <a:rect l="textAreaLeft" t="textAreaTop" r="textAreaRight" b="textAreaBottom"/>
              <a:pathLst>
                <a:path w="1967864" h="2867660">
                  <a:moveTo>
                    <a:pt x="1770608" y="0"/>
                  </a:moveTo>
                  <a:lnTo>
                    <a:pt x="196735" y="0"/>
                  </a:lnTo>
                  <a:lnTo>
                    <a:pt x="151627" y="5192"/>
                  </a:lnTo>
                  <a:lnTo>
                    <a:pt x="110218" y="19983"/>
                  </a:lnTo>
                  <a:lnTo>
                    <a:pt x="73689" y="43197"/>
                  </a:lnTo>
                  <a:lnTo>
                    <a:pt x="43222" y="73655"/>
                  </a:lnTo>
                  <a:lnTo>
                    <a:pt x="19997" y="110180"/>
                  </a:lnTo>
                  <a:lnTo>
                    <a:pt x="5196" y="151595"/>
                  </a:lnTo>
                  <a:lnTo>
                    <a:pt x="0" y="196723"/>
                  </a:lnTo>
                  <a:lnTo>
                    <a:pt x="0" y="2670721"/>
                  </a:lnTo>
                  <a:lnTo>
                    <a:pt x="5196" y="2715828"/>
                  </a:lnTo>
                  <a:lnTo>
                    <a:pt x="19997" y="2757235"/>
                  </a:lnTo>
                  <a:lnTo>
                    <a:pt x="43222" y="2793761"/>
                  </a:lnTo>
                  <a:lnTo>
                    <a:pt x="73689" y="2824226"/>
                  </a:lnTo>
                  <a:lnTo>
                    <a:pt x="110218" y="2847449"/>
                  </a:lnTo>
                  <a:lnTo>
                    <a:pt x="151627" y="2862248"/>
                  </a:lnTo>
                  <a:lnTo>
                    <a:pt x="196735" y="2867444"/>
                  </a:lnTo>
                  <a:lnTo>
                    <a:pt x="1770608" y="2867444"/>
                  </a:lnTo>
                  <a:lnTo>
                    <a:pt x="1815695" y="2862248"/>
                  </a:lnTo>
                  <a:lnTo>
                    <a:pt x="1857095" y="2847449"/>
                  </a:lnTo>
                  <a:lnTo>
                    <a:pt x="1893622" y="2824226"/>
                  </a:lnTo>
                  <a:lnTo>
                    <a:pt x="1924094" y="2793761"/>
                  </a:lnTo>
                  <a:lnTo>
                    <a:pt x="1947325" y="2757235"/>
                  </a:lnTo>
                  <a:lnTo>
                    <a:pt x="1962132" y="2715828"/>
                  </a:lnTo>
                  <a:lnTo>
                    <a:pt x="1967331" y="2670721"/>
                  </a:lnTo>
                  <a:lnTo>
                    <a:pt x="1967331" y="196723"/>
                  </a:lnTo>
                  <a:lnTo>
                    <a:pt x="1962132" y="151595"/>
                  </a:lnTo>
                  <a:lnTo>
                    <a:pt x="1947325" y="110180"/>
                  </a:lnTo>
                  <a:lnTo>
                    <a:pt x="1924094" y="73655"/>
                  </a:lnTo>
                  <a:lnTo>
                    <a:pt x="1893622" y="43197"/>
                  </a:lnTo>
                  <a:lnTo>
                    <a:pt x="1857095" y="19983"/>
                  </a:lnTo>
                  <a:lnTo>
                    <a:pt x="1815695" y="5192"/>
                  </a:lnTo>
                  <a:lnTo>
                    <a:pt x="1770608" y="0"/>
                  </a:lnTo>
                  <a:close/>
                </a:path>
              </a:pathLst>
            </a:custGeom>
            <a:solidFill>
              <a:srgbClr val="92a19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</a:pPr>
              <a:endParaRPr b="0" lang="fr-FR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sp>
          <p:nvSpPr>
            <p:cNvPr id="292" name="object 7"/>
            <p:cNvSpPr/>
            <p:nvPr/>
          </p:nvSpPr>
          <p:spPr>
            <a:xfrm>
              <a:off x="690120" y="1783800"/>
              <a:ext cx="1965960" cy="2865960"/>
            </a:xfrm>
            <a:custGeom>
              <a:avLst/>
              <a:gdLst>
                <a:gd name="textAreaLeft" fmla="*/ 0 w 1965960"/>
                <a:gd name="textAreaRight" fmla="*/ 1967760 w 1965960"/>
                <a:gd name="textAreaTop" fmla="*/ 0 h 2865960"/>
                <a:gd name="textAreaBottom" fmla="*/ 2867760 h 2865960"/>
              </a:gdLst>
              <a:ahLst/>
              <a:rect l="textAreaLeft" t="textAreaTop" r="textAreaRight" b="textAreaBottom"/>
              <a:pathLst>
                <a:path w="1967864" h="2867660">
                  <a:moveTo>
                    <a:pt x="0" y="196723"/>
                  </a:moveTo>
                  <a:lnTo>
                    <a:pt x="5196" y="151595"/>
                  </a:lnTo>
                  <a:lnTo>
                    <a:pt x="19997" y="110180"/>
                  </a:lnTo>
                  <a:lnTo>
                    <a:pt x="43222" y="73655"/>
                  </a:lnTo>
                  <a:lnTo>
                    <a:pt x="73689" y="43197"/>
                  </a:lnTo>
                  <a:lnTo>
                    <a:pt x="110218" y="19983"/>
                  </a:lnTo>
                  <a:lnTo>
                    <a:pt x="151627" y="5192"/>
                  </a:lnTo>
                  <a:lnTo>
                    <a:pt x="196735" y="0"/>
                  </a:lnTo>
                  <a:lnTo>
                    <a:pt x="1770608" y="0"/>
                  </a:lnTo>
                  <a:lnTo>
                    <a:pt x="1815695" y="5192"/>
                  </a:lnTo>
                  <a:lnTo>
                    <a:pt x="1857095" y="19983"/>
                  </a:lnTo>
                  <a:lnTo>
                    <a:pt x="1893622" y="43197"/>
                  </a:lnTo>
                  <a:lnTo>
                    <a:pt x="1924094" y="73655"/>
                  </a:lnTo>
                  <a:lnTo>
                    <a:pt x="1947325" y="110180"/>
                  </a:lnTo>
                  <a:lnTo>
                    <a:pt x="1962132" y="151595"/>
                  </a:lnTo>
                  <a:lnTo>
                    <a:pt x="1967331" y="196723"/>
                  </a:lnTo>
                  <a:lnTo>
                    <a:pt x="1967331" y="2670721"/>
                  </a:lnTo>
                  <a:lnTo>
                    <a:pt x="1962132" y="2715828"/>
                  </a:lnTo>
                  <a:lnTo>
                    <a:pt x="1947325" y="2757235"/>
                  </a:lnTo>
                  <a:lnTo>
                    <a:pt x="1924094" y="2793761"/>
                  </a:lnTo>
                  <a:lnTo>
                    <a:pt x="1893622" y="2824226"/>
                  </a:lnTo>
                  <a:lnTo>
                    <a:pt x="1857095" y="2847449"/>
                  </a:lnTo>
                  <a:lnTo>
                    <a:pt x="1815695" y="2862248"/>
                  </a:lnTo>
                  <a:lnTo>
                    <a:pt x="1770608" y="2867444"/>
                  </a:lnTo>
                  <a:lnTo>
                    <a:pt x="196735" y="2867444"/>
                  </a:lnTo>
                  <a:lnTo>
                    <a:pt x="151627" y="2862248"/>
                  </a:lnTo>
                  <a:lnTo>
                    <a:pt x="110218" y="2847449"/>
                  </a:lnTo>
                  <a:lnTo>
                    <a:pt x="73689" y="2824226"/>
                  </a:lnTo>
                  <a:lnTo>
                    <a:pt x="43222" y="2793761"/>
                  </a:lnTo>
                  <a:lnTo>
                    <a:pt x="19997" y="2757235"/>
                  </a:lnTo>
                  <a:lnTo>
                    <a:pt x="5196" y="2715828"/>
                  </a:lnTo>
                  <a:lnTo>
                    <a:pt x="0" y="2670721"/>
                  </a:lnTo>
                  <a:lnTo>
                    <a:pt x="0" y="196723"/>
                  </a:lnTo>
                  <a:close/>
                </a:path>
              </a:pathLst>
            </a:custGeom>
            <a:noFill/>
            <a:ln w="26424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</a:pPr>
              <a:endParaRPr b="0" lang="fr-FR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</p:grpSp>
      <p:sp>
        <p:nvSpPr>
          <p:cNvPr id="293" name="object 8"/>
          <p:cNvSpPr/>
          <p:nvPr/>
        </p:nvSpPr>
        <p:spPr>
          <a:xfrm>
            <a:off x="788760" y="1850400"/>
            <a:ext cx="1477080" cy="62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43200" bIns="0" anchor="t">
            <a:spAutoFit/>
          </a:bodyPr>
          <a:p>
            <a:pPr marL="12600">
              <a:lnSpc>
                <a:spcPts val="1451"/>
              </a:lnSpc>
              <a:spcBef>
                <a:spcPts val="340"/>
              </a:spcBef>
            </a:pPr>
            <a:r>
              <a:rPr b="0" lang="fr-FR" sz="1400" spc="-1" strike="noStrike">
                <a:solidFill>
                  <a:srgbClr val="ffffff"/>
                </a:solidFill>
                <a:latin typeface="Arial"/>
                <a:ea typeface="DejaVu Sans"/>
              </a:rPr>
              <a:t>Entraînement</a:t>
            </a:r>
            <a:r>
              <a:rPr b="0" lang="fr-FR" sz="1400" spc="-60" strike="noStrike">
                <a:solidFill>
                  <a:srgbClr val="ffffff"/>
                </a:solidFill>
                <a:latin typeface="Arial"/>
                <a:ea typeface="DejaVu Sans"/>
              </a:rPr>
              <a:t> </a:t>
            </a:r>
            <a:r>
              <a:rPr b="0" lang="fr-FR" sz="1400" spc="-21" strike="noStrike">
                <a:solidFill>
                  <a:srgbClr val="ffffff"/>
                </a:solidFill>
                <a:latin typeface="Arial"/>
                <a:ea typeface="DejaVu Sans"/>
              </a:rPr>
              <a:t>d’un </a:t>
            </a:r>
            <a:r>
              <a:rPr b="0" lang="fr-FR" sz="1400" spc="-1" strike="noStrike">
                <a:solidFill>
                  <a:srgbClr val="ffffff"/>
                </a:solidFill>
                <a:latin typeface="Arial"/>
                <a:ea typeface="DejaVu Sans"/>
              </a:rPr>
              <a:t>modèle</a:t>
            </a:r>
            <a:r>
              <a:rPr b="0" lang="fr-FR" sz="1400" spc="-26" strike="noStrike">
                <a:solidFill>
                  <a:srgbClr val="ffffff"/>
                </a:solidFill>
                <a:latin typeface="Arial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ffffff"/>
                </a:solidFill>
                <a:latin typeface="Arial"/>
                <a:ea typeface="DejaVu Sans"/>
              </a:rPr>
              <a:t>«</a:t>
            </a:r>
            <a:r>
              <a:rPr b="0" lang="fr-FR" sz="1400" spc="-21" strike="noStrike">
                <a:solidFill>
                  <a:srgbClr val="ffffff"/>
                </a:solidFill>
                <a:latin typeface="Arial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ffffff"/>
                </a:solidFill>
                <a:latin typeface="Arial"/>
                <a:ea typeface="DejaVu Sans"/>
              </a:rPr>
              <a:t>base</a:t>
            </a:r>
            <a:r>
              <a:rPr b="0" lang="fr-FR" sz="1400" spc="-15" strike="noStrike">
                <a:solidFill>
                  <a:srgbClr val="ffffff"/>
                </a:solidFill>
                <a:latin typeface="Arial"/>
                <a:ea typeface="DejaVu Sans"/>
              </a:rPr>
              <a:t> </a:t>
            </a:r>
            <a:r>
              <a:rPr b="0" lang="fr-FR" sz="1400" spc="-52" strike="noStrike">
                <a:solidFill>
                  <a:srgbClr val="ffffff"/>
                </a:solidFill>
                <a:latin typeface="Arial"/>
                <a:ea typeface="DejaVu Sans"/>
              </a:rPr>
              <a:t>»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marL="70560" indent="-58320">
              <a:lnSpc>
                <a:spcPct val="100000"/>
              </a:lnSpc>
              <a:spcBef>
                <a:spcPts val="380"/>
              </a:spcBef>
              <a:buClr>
                <a:srgbClr val="ffffff"/>
              </a:buClr>
              <a:buSzPct val="91000"/>
              <a:buFont typeface="Symbol"/>
              <a:buChar char=""/>
              <a:tabLst>
                <a:tab algn="l" pos="71280"/>
              </a:tabLst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Toutes</a:t>
            </a:r>
            <a:r>
              <a:rPr b="0" lang="fr-FR" sz="1100" spc="256" strike="noStrike">
                <a:solidFill>
                  <a:srgbClr val="ffffff"/>
                </a:solidFill>
                <a:latin typeface="Arial"/>
                <a:ea typeface="DejaVu Sans"/>
              </a:rPr>
              <a:t> 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les</a:t>
            </a:r>
            <a:r>
              <a:rPr b="0" lang="fr-FR" sz="1100" spc="-15" strike="noStrike">
                <a:solidFill>
                  <a:srgbClr val="ffffff"/>
                </a:solidFill>
                <a:latin typeface="Arial"/>
                <a:ea typeface="DejaVu Sans"/>
              </a:rPr>
              <a:t> </a:t>
            </a:r>
            <a:r>
              <a:rPr b="0" lang="fr-FR" sz="1100" spc="-12" strike="noStrike">
                <a:solidFill>
                  <a:srgbClr val="ffffff"/>
                </a:solidFill>
                <a:latin typeface="Arial"/>
                <a:ea typeface="DejaVu Sans"/>
              </a:rPr>
              <a:t>features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object 9"/>
          <p:cNvSpPr/>
          <p:nvPr/>
        </p:nvSpPr>
        <p:spPr>
          <a:xfrm>
            <a:off x="788760" y="2634120"/>
            <a:ext cx="1621800" cy="47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36720" bIns="0" anchor="t">
            <a:spAutoFit/>
          </a:bodyPr>
          <a:p>
            <a:pPr marL="70560" indent="-58320">
              <a:lnSpc>
                <a:spcPts val="1140"/>
              </a:lnSpc>
              <a:spcBef>
                <a:spcPts val="289"/>
              </a:spcBef>
              <a:buClr>
                <a:srgbClr val="ffffff"/>
              </a:buClr>
              <a:buSzPct val="91000"/>
              <a:buFont typeface="Symbol"/>
              <a:buChar char=""/>
              <a:tabLst>
                <a:tab algn="l" pos="71280"/>
              </a:tabLst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Random</a:t>
            </a:r>
            <a:r>
              <a:rPr b="0" lang="fr-FR" sz="1100" spc="-35" strike="noStrike">
                <a:solidFill>
                  <a:srgbClr val="ffffff"/>
                </a:solidFill>
                <a:latin typeface="Arial"/>
                <a:ea typeface="DejaVu Sans"/>
              </a:rPr>
              <a:t> </a:t>
            </a:r>
            <a:r>
              <a:rPr b="0" lang="fr-FR" sz="1100" spc="-12" strike="noStrike">
                <a:solidFill>
                  <a:srgbClr val="ffffff"/>
                </a:solidFill>
                <a:latin typeface="Arial"/>
                <a:ea typeface="DejaVu Sans"/>
              </a:rPr>
              <a:t>Forest 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(optimisation</a:t>
            </a:r>
            <a:r>
              <a:rPr b="0" lang="fr-FR" sz="1100" spc="-55" strike="noStrike">
                <a:solidFill>
                  <a:srgbClr val="ffffff"/>
                </a:solidFill>
                <a:latin typeface="Arial"/>
                <a:ea typeface="DejaVu Sans"/>
              </a:rPr>
              <a:t> </a:t>
            </a:r>
            <a:r>
              <a:rPr b="0" lang="fr-FR" sz="1100" spc="-12" strike="noStrike">
                <a:solidFill>
                  <a:srgbClr val="ffffff"/>
                </a:solidFill>
                <a:latin typeface="Arial"/>
                <a:ea typeface="DejaVu Sans"/>
              </a:rPr>
              <a:t>paramètres 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avec</a:t>
            </a:r>
            <a:r>
              <a:rPr b="0" lang="fr-FR" sz="1100" spc="-15" strike="noStrike">
                <a:solidFill>
                  <a:srgbClr val="ffffff"/>
                </a:solidFill>
                <a:latin typeface="Arial"/>
                <a:ea typeface="DejaVu Sans"/>
              </a:rPr>
              <a:t> 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grid</a:t>
            </a:r>
            <a:r>
              <a:rPr b="0" lang="fr-FR" sz="1100" spc="-26" strike="noStrike">
                <a:solidFill>
                  <a:srgbClr val="ffffff"/>
                </a:solidFill>
                <a:latin typeface="Arial"/>
                <a:ea typeface="DejaVu Sans"/>
              </a:rPr>
              <a:t> 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search</a:t>
            </a:r>
            <a:r>
              <a:rPr b="0" lang="fr-FR" sz="1100" spc="-21" strike="noStrike">
                <a:solidFill>
                  <a:srgbClr val="ffffff"/>
                </a:solidFill>
                <a:latin typeface="Arial"/>
                <a:ea typeface="DejaVu Sans"/>
              </a:rPr>
              <a:t> </a:t>
            </a:r>
            <a:r>
              <a:rPr b="0" lang="fr-FR" sz="1100" spc="-26" strike="noStrike">
                <a:solidFill>
                  <a:srgbClr val="ffffff"/>
                </a:solidFill>
                <a:latin typeface="Arial"/>
                <a:ea typeface="DejaVu Sans"/>
              </a:rPr>
              <a:t>CV)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object 10"/>
          <p:cNvSpPr/>
          <p:nvPr/>
        </p:nvSpPr>
        <p:spPr>
          <a:xfrm>
            <a:off x="788760" y="3261960"/>
            <a:ext cx="1656360" cy="1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3320" bIns="0" anchor="t">
            <a:spAutoFit/>
          </a:bodyPr>
          <a:p>
            <a:pPr marL="70560" indent="-58320">
              <a:lnSpc>
                <a:spcPct val="100000"/>
              </a:lnSpc>
              <a:spcBef>
                <a:spcPts val="105"/>
              </a:spcBef>
              <a:buClr>
                <a:srgbClr val="ffffff"/>
              </a:buClr>
              <a:buSzPct val="91000"/>
              <a:buFont typeface="Arial"/>
              <a:buChar char="•"/>
              <a:tabLst>
                <a:tab algn="l" pos="71280"/>
              </a:tabLst>
            </a:pPr>
            <a:r>
              <a:rPr b="1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RMSE</a:t>
            </a:r>
            <a:r>
              <a:rPr b="1" lang="fr-FR" sz="1100" spc="-26" strike="noStrike">
                <a:solidFill>
                  <a:srgbClr val="ffffff"/>
                </a:solidFill>
                <a:latin typeface="Arial"/>
                <a:ea typeface="DejaVu Sans"/>
              </a:rPr>
              <a:t> </a:t>
            </a:r>
            <a:r>
              <a:rPr b="1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=</a:t>
            </a:r>
            <a:r>
              <a:rPr b="1" lang="fr-FR" sz="1100" spc="-12" strike="noStrike">
                <a:solidFill>
                  <a:srgbClr val="ffffff"/>
                </a:solidFill>
                <a:latin typeface="Arial"/>
                <a:ea typeface="DejaVu Sans"/>
              </a:rPr>
              <a:t> </a:t>
            </a:r>
            <a:r>
              <a:rPr b="1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?</a:t>
            </a:r>
            <a:r>
              <a:rPr b="1" lang="fr-FR" sz="1100" spc="-7" strike="noStrike">
                <a:solidFill>
                  <a:srgbClr val="ffffff"/>
                </a:solidFill>
                <a:latin typeface="Arial"/>
                <a:ea typeface="DejaVu Sans"/>
              </a:rPr>
              <a:t> 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(jeu</a:t>
            </a:r>
            <a:r>
              <a:rPr b="0" lang="fr-FR" sz="1100" spc="-32" strike="noStrike">
                <a:solidFill>
                  <a:srgbClr val="ffffff"/>
                </a:solidFill>
                <a:latin typeface="Arial"/>
                <a:ea typeface="DejaVu Sans"/>
              </a:rPr>
              <a:t> 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de</a:t>
            </a:r>
            <a:r>
              <a:rPr b="0" lang="fr-FR" sz="1100" spc="-12" strike="noStrike">
                <a:solidFill>
                  <a:srgbClr val="ffffff"/>
                </a:solidFill>
                <a:latin typeface="Arial"/>
                <a:ea typeface="DejaVu Sans"/>
              </a:rPr>
              <a:t> test)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" name="object 11"/>
          <p:cNvSpPr/>
          <p:nvPr/>
        </p:nvSpPr>
        <p:spPr>
          <a:xfrm>
            <a:off x="2854080" y="2973600"/>
            <a:ext cx="415440" cy="486360"/>
          </a:xfrm>
          <a:custGeom>
            <a:avLst/>
            <a:gdLst>
              <a:gd name="textAreaLeft" fmla="*/ 0 w 415440"/>
              <a:gd name="textAreaRight" fmla="*/ 417240 w 415440"/>
              <a:gd name="textAreaTop" fmla="*/ 0 h 486360"/>
              <a:gd name="textAreaBottom" fmla="*/ 488160 h 486360"/>
            </a:gdLst>
            <a:ahLst/>
            <a:rect l="textAreaLeft" t="textAreaTop" r="textAreaRight" b="textAreaBottom"/>
            <a:pathLst>
              <a:path w="417195" h="488314">
                <a:moveTo>
                  <a:pt x="208533" y="0"/>
                </a:moveTo>
                <a:lnTo>
                  <a:pt x="208533" y="97536"/>
                </a:lnTo>
                <a:lnTo>
                  <a:pt x="0" y="97536"/>
                </a:lnTo>
                <a:lnTo>
                  <a:pt x="0" y="390271"/>
                </a:lnTo>
                <a:lnTo>
                  <a:pt x="208533" y="390271"/>
                </a:lnTo>
                <a:lnTo>
                  <a:pt x="208533" y="487934"/>
                </a:lnTo>
                <a:lnTo>
                  <a:pt x="417067" y="243967"/>
                </a:lnTo>
                <a:lnTo>
                  <a:pt x="208533" y="0"/>
                </a:lnTo>
                <a:close/>
              </a:path>
            </a:pathLst>
          </a:custGeom>
          <a:solidFill>
            <a:srgbClr val="c7cec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grpSp>
        <p:nvGrpSpPr>
          <p:cNvPr id="297" name="object 12"/>
          <p:cNvGrpSpPr/>
          <p:nvPr/>
        </p:nvGrpSpPr>
        <p:grpSpPr>
          <a:xfrm>
            <a:off x="3444480" y="1793520"/>
            <a:ext cx="1965600" cy="2846880"/>
            <a:chOff x="3444480" y="1793520"/>
            <a:chExt cx="1965600" cy="2846880"/>
          </a:xfrm>
        </p:grpSpPr>
        <p:sp>
          <p:nvSpPr>
            <p:cNvPr id="298" name="object 13"/>
            <p:cNvSpPr/>
            <p:nvPr/>
          </p:nvSpPr>
          <p:spPr>
            <a:xfrm>
              <a:off x="3444480" y="1793520"/>
              <a:ext cx="1965600" cy="2846880"/>
            </a:xfrm>
            <a:custGeom>
              <a:avLst/>
              <a:gdLst>
                <a:gd name="textAreaLeft" fmla="*/ 0 w 1965600"/>
                <a:gd name="textAreaRight" fmla="*/ 1967400 w 1965600"/>
                <a:gd name="textAreaTop" fmla="*/ 0 h 2846880"/>
                <a:gd name="textAreaBottom" fmla="*/ 2848680 h 2846880"/>
              </a:gdLst>
              <a:ahLst/>
              <a:rect l="textAreaLeft" t="textAreaTop" r="textAreaRight" b="textAreaBottom"/>
              <a:pathLst>
                <a:path w="1967229" h="2848610">
                  <a:moveTo>
                    <a:pt x="1770507" y="0"/>
                  </a:moveTo>
                  <a:lnTo>
                    <a:pt x="196723" y="0"/>
                  </a:lnTo>
                  <a:lnTo>
                    <a:pt x="151595" y="5198"/>
                  </a:lnTo>
                  <a:lnTo>
                    <a:pt x="110180" y="20006"/>
                  </a:lnTo>
                  <a:lnTo>
                    <a:pt x="73655" y="43237"/>
                  </a:lnTo>
                  <a:lnTo>
                    <a:pt x="43197" y="73708"/>
                  </a:lnTo>
                  <a:lnTo>
                    <a:pt x="19983" y="110236"/>
                  </a:lnTo>
                  <a:lnTo>
                    <a:pt x="5192" y="151635"/>
                  </a:lnTo>
                  <a:lnTo>
                    <a:pt x="0" y="196723"/>
                  </a:lnTo>
                  <a:lnTo>
                    <a:pt x="0" y="2651633"/>
                  </a:lnTo>
                  <a:lnTo>
                    <a:pt x="5192" y="2696735"/>
                  </a:lnTo>
                  <a:lnTo>
                    <a:pt x="19983" y="2738139"/>
                  </a:lnTo>
                  <a:lnTo>
                    <a:pt x="43197" y="2774663"/>
                  </a:lnTo>
                  <a:lnTo>
                    <a:pt x="73655" y="2805126"/>
                  </a:lnTo>
                  <a:lnTo>
                    <a:pt x="110180" y="2828348"/>
                  </a:lnTo>
                  <a:lnTo>
                    <a:pt x="151595" y="2843147"/>
                  </a:lnTo>
                  <a:lnTo>
                    <a:pt x="196723" y="2848343"/>
                  </a:lnTo>
                  <a:lnTo>
                    <a:pt x="1770507" y="2848343"/>
                  </a:lnTo>
                  <a:lnTo>
                    <a:pt x="1815634" y="2843147"/>
                  </a:lnTo>
                  <a:lnTo>
                    <a:pt x="1857049" y="2828348"/>
                  </a:lnTo>
                  <a:lnTo>
                    <a:pt x="1893574" y="2805126"/>
                  </a:lnTo>
                  <a:lnTo>
                    <a:pt x="1924032" y="2774663"/>
                  </a:lnTo>
                  <a:lnTo>
                    <a:pt x="1947246" y="2738139"/>
                  </a:lnTo>
                  <a:lnTo>
                    <a:pt x="1962037" y="2696735"/>
                  </a:lnTo>
                  <a:lnTo>
                    <a:pt x="1967230" y="2651633"/>
                  </a:lnTo>
                  <a:lnTo>
                    <a:pt x="1967230" y="196723"/>
                  </a:lnTo>
                  <a:lnTo>
                    <a:pt x="1962037" y="151635"/>
                  </a:lnTo>
                  <a:lnTo>
                    <a:pt x="1947246" y="110236"/>
                  </a:lnTo>
                  <a:lnTo>
                    <a:pt x="1924032" y="73708"/>
                  </a:lnTo>
                  <a:lnTo>
                    <a:pt x="1893574" y="43237"/>
                  </a:lnTo>
                  <a:lnTo>
                    <a:pt x="1857049" y="20006"/>
                  </a:lnTo>
                  <a:lnTo>
                    <a:pt x="1815634" y="5198"/>
                  </a:lnTo>
                  <a:lnTo>
                    <a:pt x="1770507" y="0"/>
                  </a:lnTo>
                  <a:close/>
                </a:path>
              </a:pathLst>
            </a:custGeom>
            <a:solidFill>
              <a:srgbClr val="92a19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</a:pPr>
              <a:endParaRPr b="0" lang="fr-FR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sp>
          <p:nvSpPr>
            <p:cNvPr id="299" name="object 14"/>
            <p:cNvSpPr/>
            <p:nvPr/>
          </p:nvSpPr>
          <p:spPr>
            <a:xfrm>
              <a:off x="3444480" y="1793520"/>
              <a:ext cx="1965600" cy="2846880"/>
            </a:xfrm>
            <a:custGeom>
              <a:avLst/>
              <a:gdLst>
                <a:gd name="textAreaLeft" fmla="*/ 0 w 1965600"/>
                <a:gd name="textAreaRight" fmla="*/ 1967400 w 1965600"/>
                <a:gd name="textAreaTop" fmla="*/ 0 h 2846880"/>
                <a:gd name="textAreaBottom" fmla="*/ 2848680 h 2846880"/>
              </a:gdLst>
              <a:ahLst/>
              <a:rect l="textAreaLeft" t="textAreaTop" r="textAreaRight" b="textAreaBottom"/>
              <a:pathLst>
                <a:path w="1967229" h="2848610">
                  <a:moveTo>
                    <a:pt x="0" y="196723"/>
                  </a:moveTo>
                  <a:lnTo>
                    <a:pt x="5192" y="151635"/>
                  </a:lnTo>
                  <a:lnTo>
                    <a:pt x="19983" y="110236"/>
                  </a:lnTo>
                  <a:lnTo>
                    <a:pt x="43197" y="73708"/>
                  </a:lnTo>
                  <a:lnTo>
                    <a:pt x="73655" y="43237"/>
                  </a:lnTo>
                  <a:lnTo>
                    <a:pt x="110180" y="20006"/>
                  </a:lnTo>
                  <a:lnTo>
                    <a:pt x="151595" y="5198"/>
                  </a:lnTo>
                  <a:lnTo>
                    <a:pt x="196723" y="0"/>
                  </a:lnTo>
                  <a:lnTo>
                    <a:pt x="1770507" y="0"/>
                  </a:lnTo>
                  <a:lnTo>
                    <a:pt x="1815634" y="5198"/>
                  </a:lnTo>
                  <a:lnTo>
                    <a:pt x="1857049" y="20006"/>
                  </a:lnTo>
                  <a:lnTo>
                    <a:pt x="1893574" y="43237"/>
                  </a:lnTo>
                  <a:lnTo>
                    <a:pt x="1924032" y="73708"/>
                  </a:lnTo>
                  <a:lnTo>
                    <a:pt x="1947246" y="110236"/>
                  </a:lnTo>
                  <a:lnTo>
                    <a:pt x="1962037" y="151635"/>
                  </a:lnTo>
                  <a:lnTo>
                    <a:pt x="1967230" y="196723"/>
                  </a:lnTo>
                  <a:lnTo>
                    <a:pt x="1967230" y="2651633"/>
                  </a:lnTo>
                  <a:lnTo>
                    <a:pt x="1962037" y="2696735"/>
                  </a:lnTo>
                  <a:lnTo>
                    <a:pt x="1947246" y="2738139"/>
                  </a:lnTo>
                  <a:lnTo>
                    <a:pt x="1924032" y="2774663"/>
                  </a:lnTo>
                  <a:lnTo>
                    <a:pt x="1893574" y="2805126"/>
                  </a:lnTo>
                  <a:lnTo>
                    <a:pt x="1857049" y="2828348"/>
                  </a:lnTo>
                  <a:lnTo>
                    <a:pt x="1815634" y="2843147"/>
                  </a:lnTo>
                  <a:lnTo>
                    <a:pt x="1770507" y="2848343"/>
                  </a:lnTo>
                  <a:lnTo>
                    <a:pt x="196723" y="2848343"/>
                  </a:lnTo>
                  <a:lnTo>
                    <a:pt x="151595" y="2843147"/>
                  </a:lnTo>
                  <a:lnTo>
                    <a:pt x="110180" y="2828348"/>
                  </a:lnTo>
                  <a:lnTo>
                    <a:pt x="73655" y="2805126"/>
                  </a:lnTo>
                  <a:lnTo>
                    <a:pt x="43197" y="2774663"/>
                  </a:lnTo>
                  <a:lnTo>
                    <a:pt x="19983" y="2738139"/>
                  </a:lnTo>
                  <a:lnTo>
                    <a:pt x="5192" y="2696735"/>
                  </a:lnTo>
                  <a:lnTo>
                    <a:pt x="0" y="2651633"/>
                  </a:lnTo>
                  <a:lnTo>
                    <a:pt x="0" y="196723"/>
                  </a:lnTo>
                  <a:close/>
                </a:path>
              </a:pathLst>
            </a:custGeom>
            <a:noFill/>
            <a:ln w="26424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</a:pPr>
              <a:endParaRPr b="0" lang="fr-FR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</p:grpSp>
      <p:sp>
        <p:nvSpPr>
          <p:cNvPr id="300" name="object 15"/>
          <p:cNvSpPr/>
          <p:nvPr/>
        </p:nvSpPr>
        <p:spPr>
          <a:xfrm>
            <a:off x="3543120" y="1860120"/>
            <a:ext cx="1477800" cy="77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43200" bIns="0" anchor="t">
            <a:spAutoFit/>
          </a:bodyPr>
          <a:p>
            <a:pPr marL="12600">
              <a:lnSpc>
                <a:spcPts val="1451"/>
              </a:lnSpc>
              <a:spcBef>
                <a:spcPts val="340"/>
              </a:spcBef>
            </a:pPr>
            <a:r>
              <a:rPr b="0" lang="fr-FR" sz="1400" spc="-1" strike="noStrike">
                <a:solidFill>
                  <a:srgbClr val="ffffff"/>
                </a:solidFill>
                <a:latin typeface="Arial"/>
                <a:ea typeface="DejaVu Sans"/>
              </a:rPr>
              <a:t>Entraînement</a:t>
            </a:r>
            <a:r>
              <a:rPr b="0" lang="fr-FR" sz="1400" spc="-52" strike="noStrike">
                <a:solidFill>
                  <a:srgbClr val="ffffff"/>
                </a:solidFill>
                <a:latin typeface="Arial"/>
                <a:ea typeface="DejaVu Sans"/>
              </a:rPr>
              <a:t> </a:t>
            </a:r>
            <a:r>
              <a:rPr b="0" lang="fr-FR" sz="1400" spc="-21" strike="noStrike">
                <a:solidFill>
                  <a:srgbClr val="ffffff"/>
                </a:solidFill>
                <a:latin typeface="Arial"/>
                <a:ea typeface="DejaVu Sans"/>
              </a:rPr>
              <a:t>d’un </a:t>
            </a:r>
            <a:r>
              <a:rPr b="0" lang="fr-FR" sz="1400" spc="-1" strike="noStrike">
                <a:solidFill>
                  <a:srgbClr val="ffffff"/>
                </a:solidFill>
                <a:latin typeface="Arial"/>
                <a:ea typeface="DejaVu Sans"/>
              </a:rPr>
              <a:t>modèle</a:t>
            </a:r>
            <a:r>
              <a:rPr b="0" lang="fr-FR" sz="1400" spc="-26" strike="noStrike">
                <a:solidFill>
                  <a:srgbClr val="ffffff"/>
                </a:solidFill>
                <a:latin typeface="Arial"/>
                <a:ea typeface="DejaVu Sans"/>
              </a:rPr>
              <a:t> </a:t>
            </a:r>
            <a:r>
              <a:rPr b="0" lang="fr-FR" sz="1400" spc="-12" strike="noStrike">
                <a:solidFill>
                  <a:srgbClr val="ffffff"/>
                </a:solidFill>
                <a:latin typeface="Arial"/>
                <a:ea typeface="DejaVu Sans"/>
              </a:rPr>
              <a:t>simplifié: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marL="70560" indent="-58320">
              <a:lnSpc>
                <a:spcPts val="1140"/>
              </a:lnSpc>
              <a:spcBef>
                <a:spcPts val="564"/>
              </a:spcBef>
              <a:buClr>
                <a:srgbClr val="ffffff"/>
              </a:buClr>
              <a:buSzPct val="91000"/>
              <a:buFont typeface="Symbol"/>
              <a:buChar char=""/>
              <a:tabLst>
                <a:tab algn="l" pos="71280"/>
              </a:tabLst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Feature</a:t>
            </a:r>
            <a:r>
              <a:rPr b="0" lang="fr-FR" sz="1100" spc="-41" strike="noStrike">
                <a:solidFill>
                  <a:srgbClr val="ffffff"/>
                </a:solidFill>
                <a:latin typeface="Arial"/>
                <a:ea typeface="DejaVu Sans"/>
              </a:rPr>
              <a:t> 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unique</a:t>
            </a:r>
            <a:r>
              <a:rPr b="0" lang="fr-FR" sz="1100" spc="-32" strike="noStrike">
                <a:solidFill>
                  <a:srgbClr val="ffffff"/>
                </a:solidFill>
                <a:latin typeface="Arial"/>
                <a:ea typeface="DejaVu Sans"/>
              </a:rPr>
              <a:t> </a:t>
            </a:r>
            <a:r>
              <a:rPr b="0" lang="fr-FR" sz="1100" spc="-52" strike="noStrike">
                <a:solidFill>
                  <a:srgbClr val="ffffff"/>
                </a:solidFill>
                <a:latin typeface="Arial"/>
                <a:ea typeface="DejaVu Sans"/>
              </a:rPr>
              <a:t>: 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consommation</a:t>
            </a:r>
            <a:r>
              <a:rPr b="0" lang="fr-FR" sz="1100" spc="-41" strike="noStrike">
                <a:solidFill>
                  <a:srgbClr val="ffffff"/>
                </a:solidFill>
                <a:latin typeface="Arial"/>
                <a:ea typeface="DejaVu Sans"/>
              </a:rPr>
              <a:t> </a:t>
            </a:r>
            <a:r>
              <a:rPr b="0" lang="fr-FR" sz="1100" spc="-12" strike="noStrike">
                <a:solidFill>
                  <a:srgbClr val="ffffff"/>
                </a:solidFill>
                <a:latin typeface="Arial"/>
                <a:ea typeface="DejaVu Sans"/>
              </a:rPr>
              <a:t>prédite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object 16"/>
          <p:cNvSpPr/>
          <p:nvPr/>
        </p:nvSpPr>
        <p:spPr>
          <a:xfrm>
            <a:off x="3543120" y="2788200"/>
            <a:ext cx="1622520" cy="46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36360" bIns="0" anchor="t">
            <a:spAutoFit/>
          </a:bodyPr>
          <a:p>
            <a:pPr marL="70560" indent="-58320">
              <a:lnSpc>
                <a:spcPct val="86000"/>
              </a:lnSpc>
              <a:spcBef>
                <a:spcPts val="286"/>
              </a:spcBef>
              <a:buClr>
                <a:srgbClr val="ffffff"/>
              </a:buClr>
              <a:buSzPct val="91000"/>
              <a:buFont typeface="Symbol"/>
              <a:buChar char=""/>
              <a:tabLst>
                <a:tab algn="l" pos="71280"/>
              </a:tabLst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Random</a:t>
            </a:r>
            <a:r>
              <a:rPr b="0" lang="fr-FR" sz="1100" spc="-46" strike="noStrike">
                <a:solidFill>
                  <a:srgbClr val="ffffff"/>
                </a:solidFill>
                <a:latin typeface="Arial"/>
                <a:ea typeface="DejaVu Sans"/>
              </a:rPr>
              <a:t> </a:t>
            </a:r>
            <a:r>
              <a:rPr b="0" lang="fr-FR" sz="1100" spc="-12" strike="noStrike">
                <a:solidFill>
                  <a:srgbClr val="ffffff"/>
                </a:solidFill>
                <a:latin typeface="Arial"/>
                <a:ea typeface="DejaVu Sans"/>
              </a:rPr>
              <a:t>Forest 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(optimisation</a:t>
            </a:r>
            <a:r>
              <a:rPr b="0" lang="fr-FR" sz="1100" spc="-52" strike="noStrike">
                <a:solidFill>
                  <a:srgbClr val="ffffff"/>
                </a:solidFill>
                <a:latin typeface="Arial"/>
                <a:ea typeface="DejaVu Sans"/>
              </a:rPr>
              <a:t> </a:t>
            </a:r>
            <a:r>
              <a:rPr b="0" lang="fr-FR" sz="1100" spc="-12" strike="noStrike">
                <a:solidFill>
                  <a:srgbClr val="ffffff"/>
                </a:solidFill>
                <a:latin typeface="Arial"/>
                <a:ea typeface="DejaVu Sans"/>
              </a:rPr>
              <a:t>paramètres 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avec</a:t>
            </a:r>
            <a:r>
              <a:rPr b="0" lang="fr-FR" sz="1100" spc="-15" strike="noStrike">
                <a:solidFill>
                  <a:srgbClr val="ffffff"/>
                </a:solidFill>
                <a:latin typeface="Arial"/>
                <a:ea typeface="DejaVu Sans"/>
              </a:rPr>
              <a:t> 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grid</a:t>
            </a:r>
            <a:r>
              <a:rPr b="0" lang="fr-FR" sz="1100" spc="-26" strike="noStrike">
                <a:solidFill>
                  <a:srgbClr val="ffffff"/>
                </a:solidFill>
                <a:latin typeface="Arial"/>
                <a:ea typeface="DejaVu Sans"/>
              </a:rPr>
              <a:t> 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search</a:t>
            </a:r>
            <a:r>
              <a:rPr b="0" lang="fr-FR" sz="1100" spc="-21" strike="noStrike">
                <a:solidFill>
                  <a:srgbClr val="ffffff"/>
                </a:solidFill>
                <a:latin typeface="Arial"/>
                <a:ea typeface="DejaVu Sans"/>
              </a:rPr>
              <a:t> </a:t>
            </a:r>
            <a:r>
              <a:rPr b="0" lang="fr-FR" sz="1100" spc="-26" strike="noStrike">
                <a:solidFill>
                  <a:srgbClr val="ffffff"/>
                </a:solidFill>
                <a:latin typeface="Arial"/>
                <a:ea typeface="DejaVu Sans"/>
              </a:rPr>
              <a:t>CV)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" name="object 17"/>
          <p:cNvSpPr/>
          <p:nvPr/>
        </p:nvSpPr>
        <p:spPr>
          <a:xfrm>
            <a:off x="3543120" y="3414960"/>
            <a:ext cx="130932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36720" bIns="0" anchor="t">
            <a:spAutoFit/>
          </a:bodyPr>
          <a:p>
            <a:pPr marL="70560" indent="-58320">
              <a:lnSpc>
                <a:spcPts val="1140"/>
              </a:lnSpc>
              <a:spcBef>
                <a:spcPts val="289"/>
              </a:spcBef>
              <a:buClr>
                <a:srgbClr val="ffffff"/>
              </a:buClr>
              <a:buSzPct val="91000"/>
              <a:buFont typeface="Arial"/>
              <a:buChar char="•"/>
              <a:tabLst>
                <a:tab algn="l" pos="71280"/>
              </a:tabLst>
            </a:pPr>
            <a:r>
              <a:rPr b="1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RMSE</a:t>
            </a:r>
            <a:r>
              <a:rPr b="1" lang="fr-FR" sz="1100" spc="-15" strike="noStrike">
                <a:solidFill>
                  <a:srgbClr val="ffffff"/>
                </a:solidFill>
                <a:latin typeface="Arial"/>
                <a:ea typeface="DejaVu Sans"/>
              </a:rPr>
              <a:t> </a:t>
            </a:r>
            <a:r>
              <a:rPr b="1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: </a:t>
            </a:r>
            <a:r>
              <a:rPr b="1" lang="fr-FR" sz="1100" spc="-12" strike="noStrike">
                <a:solidFill>
                  <a:srgbClr val="ffffff"/>
                </a:solidFill>
                <a:latin typeface="Arial"/>
                <a:ea typeface="DejaVu Sans"/>
              </a:rPr>
              <a:t>?</a:t>
            </a:r>
            <a:r>
              <a:rPr b="1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 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(jeu</a:t>
            </a:r>
            <a:r>
              <a:rPr b="0" lang="fr-FR" sz="1100" spc="-26" strike="noStrike">
                <a:solidFill>
                  <a:srgbClr val="ffffff"/>
                </a:solidFill>
                <a:latin typeface="Arial"/>
                <a:ea typeface="DejaVu Sans"/>
              </a:rPr>
              <a:t> de </a:t>
            </a:r>
            <a:r>
              <a:rPr b="0" lang="fr-FR" sz="1100" spc="-12" strike="noStrike">
                <a:solidFill>
                  <a:srgbClr val="ffffff"/>
                </a:solidFill>
                <a:latin typeface="Arial"/>
                <a:ea typeface="DejaVu Sans"/>
              </a:rPr>
              <a:t>validation)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object 18"/>
          <p:cNvSpPr/>
          <p:nvPr/>
        </p:nvSpPr>
        <p:spPr>
          <a:xfrm>
            <a:off x="5608440" y="2973600"/>
            <a:ext cx="415440" cy="486360"/>
          </a:xfrm>
          <a:custGeom>
            <a:avLst/>
            <a:gdLst>
              <a:gd name="textAreaLeft" fmla="*/ 0 w 415440"/>
              <a:gd name="textAreaRight" fmla="*/ 417240 w 415440"/>
              <a:gd name="textAreaTop" fmla="*/ 0 h 486360"/>
              <a:gd name="textAreaBottom" fmla="*/ 488160 h 486360"/>
            </a:gdLst>
            <a:ahLst/>
            <a:rect l="textAreaLeft" t="textAreaTop" r="textAreaRight" b="textAreaBottom"/>
            <a:pathLst>
              <a:path w="417195" h="488314">
                <a:moveTo>
                  <a:pt x="208533" y="0"/>
                </a:moveTo>
                <a:lnTo>
                  <a:pt x="208533" y="97536"/>
                </a:lnTo>
                <a:lnTo>
                  <a:pt x="0" y="97536"/>
                </a:lnTo>
                <a:lnTo>
                  <a:pt x="0" y="390271"/>
                </a:lnTo>
                <a:lnTo>
                  <a:pt x="208533" y="390271"/>
                </a:lnTo>
                <a:lnTo>
                  <a:pt x="208533" y="487934"/>
                </a:lnTo>
                <a:lnTo>
                  <a:pt x="417067" y="243967"/>
                </a:lnTo>
                <a:lnTo>
                  <a:pt x="208533" y="0"/>
                </a:lnTo>
                <a:close/>
              </a:path>
            </a:pathLst>
          </a:custGeom>
          <a:solidFill>
            <a:srgbClr val="c7cec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grpSp>
        <p:nvGrpSpPr>
          <p:cNvPr id="304" name="object 19"/>
          <p:cNvGrpSpPr/>
          <p:nvPr/>
        </p:nvGrpSpPr>
        <p:grpSpPr>
          <a:xfrm>
            <a:off x="6198480" y="1793520"/>
            <a:ext cx="1965960" cy="2846880"/>
            <a:chOff x="6198480" y="1793520"/>
            <a:chExt cx="1965960" cy="2846880"/>
          </a:xfrm>
        </p:grpSpPr>
        <p:sp>
          <p:nvSpPr>
            <p:cNvPr id="305" name="object 20"/>
            <p:cNvSpPr/>
            <p:nvPr/>
          </p:nvSpPr>
          <p:spPr>
            <a:xfrm>
              <a:off x="6198480" y="1793520"/>
              <a:ext cx="1965960" cy="2846880"/>
            </a:xfrm>
            <a:custGeom>
              <a:avLst/>
              <a:gdLst>
                <a:gd name="textAreaLeft" fmla="*/ 0 w 1965960"/>
                <a:gd name="textAreaRight" fmla="*/ 1967760 w 1965960"/>
                <a:gd name="textAreaTop" fmla="*/ 0 h 2846880"/>
                <a:gd name="textAreaBottom" fmla="*/ 2848680 h 2846880"/>
              </a:gdLst>
              <a:ahLst/>
              <a:rect l="textAreaLeft" t="textAreaTop" r="textAreaRight" b="textAreaBottom"/>
              <a:pathLst>
                <a:path w="1967865" h="2848610">
                  <a:moveTo>
                    <a:pt x="1770634" y="0"/>
                  </a:moveTo>
                  <a:lnTo>
                    <a:pt x="196723" y="0"/>
                  </a:lnTo>
                  <a:lnTo>
                    <a:pt x="151635" y="5198"/>
                  </a:lnTo>
                  <a:lnTo>
                    <a:pt x="110236" y="20006"/>
                  </a:lnTo>
                  <a:lnTo>
                    <a:pt x="73708" y="43237"/>
                  </a:lnTo>
                  <a:lnTo>
                    <a:pt x="43237" y="73708"/>
                  </a:lnTo>
                  <a:lnTo>
                    <a:pt x="20006" y="110236"/>
                  </a:lnTo>
                  <a:lnTo>
                    <a:pt x="5198" y="151635"/>
                  </a:lnTo>
                  <a:lnTo>
                    <a:pt x="0" y="196723"/>
                  </a:lnTo>
                  <a:lnTo>
                    <a:pt x="0" y="2651633"/>
                  </a:lnTo>
                  <a:lnTo>
                    <a:pt x="5198" y="2696735"/>
                  </a:lnTo>
                  <a:lnTo>
                    <a:pt x="20006" y="2738139"/>
                  </a:lnTo>
                  <a:lnTo>
                    <a:pt x="43237" y="2774663"/>
                  </a:lnTo>
                  <a:lnTo>
                    <a:pt x="73708" y="2805126"/>
                  </a:lnTo>
                  <a:lnTo>
                    <a:pt x="110236" y="2828348"/>
                  </a:lnTo>
                  <a:lnTo>
                    <a:pt x="151635" y="2843147"/>
                  </a:lnTo>
                  <a:lnTo>
                    <a:pt x="196723" y="2848343"/>
                  </a:lnTo>
                  <a:lnTo>
                    <a:pt x="1770634" y="2848343"/>
                  </a:lnTo>
                  <a:lnTo>
                    <a:pt x="1815721" y="2843147"/>
                  </a:lnTo>
                  <a:lnTo>
                    <a:pt x="1857120" y="2828348"/>
                  </a:lnTo>
                  <a:lnTo>
                    <a:pt x="1893648" y="2805126"/>
                  </a:lnTo>
                  <a:lnTo>
                    <a:pt x="1924119" y="2774663"/>
                  </a:lnTo>
                  <a:lnTo>
                    <a:pt x="1947350" y="2738139"/>
                  </a:lnTo>
                  <a:lnTo>
                    <a:pt x="1962158" y="2696735"/>
                  </a:lnTo>
                  <a:lnTo>
                    <a:pt x="1967357" y="2651633"/>
                  </a:lnTo>
                  <a:lnTo>
                    <a:pt x="1967357" y="196723"/>
                  </a:lnTo>
                  <a:lnTo>
                    <a:pt x="1962158" y="151635"/>
                  </a:lnTo>
                  <a:lnTo>
                    <a:pt x="1947350" y="110236"/>
                  </a:lnTo>
                  <a:lnTo>
                    <a:pt x="1924119" y="73708"/>
                  </a:lnTo>
                  <a:lnTo>
                    <a:pt x="1893648" y="43237"/>
                  </a:lnTo>
                  <a:lnTo>
                    <a:pt x="1857120" y="20006"/>
                  </a:lnTo>
                  <a:lnTo>
                    <a:pt x="1815721" y="5198"/>
                  </a:lnTo>
                  <a:lnTo>
                    <a:pt x="1770634" y="0"/>
                  </a:lnTo>
                  <a:close/>
                </a:path>
              </a:pathLst>
            </a:custGeom>
            <a:solidFill>
              <a:srgbClr val="92a19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</a:pPr>
              <a:endParaRPr b="0" lang="fr-FR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sp>
          <p:nvSpPr>
            <p:cNvPr id="306" name="object 21"/>
            <p:cNvSpPr/>
            <p:nvPr/>
          </p:nvSpPr>
          <p:spPr>
            <a:xfrm>
              <a:off x="6198480" y="1793520"/>
              <a:ext cx="1965960" cy="2846880"/>
            </a:xfrm>
            <a:custGeom>
              <a:avLst/>
              <a:gdLst>
                <a:gd name="textAreaLeft" fmla="*/ 0 w 1965960"/>
                <a:gd name="textAreaRight" fmla="*/ 1967760 w 1965960"/>
                <a:gd name="textAreaTop" fmla="*/ 0 h 2846880"/>
                <a:gd name="textAreaBottom" fmla="*/ 2848680 h 2846880"/>
              </a:gdLst>
              <a:ahLst/>
              <a:rect l="textAreaLeft" t="textAreaTop" r="textAreaRight" b="textAreaBottom"/>
              <a:pathLst>
                <a:path w="1967865" h="2848610">
                  <a:moveTo>
                    <a:pt x="0" y="196723"/>
                  </a:moveTo>
                  <a:lnTo>
                    <a:pt x="5198" y="151635"/>
                  </a:lnTo>
                  <a:lnTo>
                    <a:pt x="20006" y="110236"/>
                  </a:lnTo>
                  <a:lnTo>
                    <a:pt x="43237" y="73708"/>
                  </a:lnTo>
                  <a:lnTo>
                    <a:pt x="73708" y="43237"/>
                  </a:lnTo>
                  <a:lnTo>
                    <a:pt x="110236" y="20006"/>
                  </a:lnTo>
                  <a:lnTo>
                    <a:pt x="151635" y="5198"/>
                  </a:lnTo>
                  <a:lnTo>
                    <a:pt x="196723" y="0"/>
                  </a:lnTo>
                  <a:lnTo>
                    <a:pt x="1770634" y="0"/>
                  </a:lnTo>
                  <a:lnTo>
                    <a:pt x="1815721" y="5198"/>
                  </a:lnTo>
                  <a:lnTo>
                    <a:pt x="1857120" y="20006"/>
                  </a:lnTo>
                  <a:lnTo>
                    <a:pt x="1893648" y="43237"/>
                  </a:lnTo>
                  <a:lnTo>
                    <a:pt x="1924119" y="73708"/>
                  </a:lnTo>
                  <a:lnTo>
                    <a:pt x="1947350" y="110236"/>
                  </a:lnTo>
                  <a:lnTo>
                    <a:pt x="1962158" y="151635"/>
                  </a:lnTo>
                  <a:lnTo>
                    <a:pt x="1967357" y="196723"/>
                  </a:lnTo>
                  <a:lnTo>
                    <a:pt x="1967357" y="2651633"/>
                  </a:lnTo>
                  <a:lnTo>
                    <a:pt x="1962158" y="2696735"/>
                  </a:lnTo>
                  <a:lnTo>
                    <a:pt x="1947350" y="2738139"/>
                  </a:lnTo>
                  <a:lnTo>
                    <a:pt x="1924119" y="2774663"/>
                  </a:lnTo>
                  <a:lnTo>
                    <a:pt x="1893648" y="2805126"/>
                  </a:lnTo>
                  <a:lnTo>
                    <a:pt x="1857120" y="2828348"/>
                  </a:lnTo>
                  <a:lnTo>
                    <a:pt x="1815721" y="2843147"/>
                  </a:lnTo>
                  <a:lnTo>
                    <a:pt x="1770634" y="2848343"/>
                  </a:lnTo>
                  <a:lnTo>
                    <a:pt x="196723" y="2848343"/>
                  </a:lnTo>
                  <a:lnTo>
                    <a:pt x="151635" y="2843147"/>
                  </a:lnTo>
                  <a:lnTo>
                    <a:pt x="110236" y="2828348"/>
                  </a:lnTo>
                  <a:lnTo>
                    <a:pt x="73708" y="2805126"/>
                  </a:lnTo>
                  <a:lnTo>
                    <a:pt x="43237" y="2774663"/>
                  </a:lnTo>
                  <a:lnTo>
                    <a:pt x="20006" y="2738139"/>
                  </a:lnTo>
                  <a:lnTo>
                    <a:pt x="5198" y="2696735"/>
                  </a:lnTo>
                  <a:lnTo>
                    <a:pt x="0" y="2651633"/>
                  </a:lnTo>
                  <a:lnTo>
                    <a:pt x="0" y="196723"/>
                  </a:lnTo>
                  <a:close/>
                </a:path>
              </a:pathLst>
            </a:custGeom>
            <a:noFill/>
            <a:ln w="26424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</a:pPr>
              <a:endParaRPr b="0" lang="fr-FR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</p:grpSp>
      <p:sp>
        <p:nvSpPr>
          <p:cNvPr id="307" name="object 22"/>
          <p:cNvSpPr/>
          <p:nvPr/>
        </p:nvSpPr>
        <p:spPr>
          <a:xfrm>
            <a:off x="6272640" y="1860120"/>
            <a:ext cx="1742400" cy="91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43200" bIns="0" anchor="t">
            <a:spAutoFit/>
          </a:bodyPr>
          <a:p>
            <a:pPr marL="38160">
              <a:lnSpc>
                <a:spcPts val="1451"/>
              </a:lnSpc>
              <a:spcBef>
                <a:spcPts val="340"/>
              </a:spcBef>
            </a:pPr>
            <a:r>
              <a:rPr b="0" lang="fr-FR" sz="1400" spc="-1" strike="noStrike">
                <a:solidFill>
                  <a:srgbClr val="ffffff"/>
                </a:solidFill>
                <a:latin typeface="Arial"/>
                <a:ea typeface="DejaVu Sans"/>
              </a:rPr>
              <a:t>Entraînement</a:t>
            </a:r>
            <a:r>
              <a:rPr b="0" lang="fr-FR" sz="1400" spc="-55" strike="noStrike">
                <a:solidFill>
                  <a:srgbClr val="ffffff"/>
                </a:solidFill>
                <a:latin typeface="Arial"/>
                <a:ea typeface="DejaVu Sans"/>
              </a:rPr>
              <a:t> </a:t>
            </a:r>
            <a:r>
              <a:rPr b="0" lang="fr-FR" sz="1400" spc="-1" strike="noStrike">
                <a:solidFill>
                  <a:srgbClr val="ffffff"/>
                </a:solidFill>
                <a:latin typeface="Arial"/>
                <a:ea typeface="DejaVu Sans"/>
              </a:rPr>
              <a:t>d’un</a:t>
            </a:r>
            <a:r>
              <a:rPr b="0" lang="fr-FR" sz="1400" spc="-32" strike="noStrike">
                <a:solidFill>
                  <a:srgbClr val="ffffff"/>
                </a:solidFill>
                <a:latin typeface="Arial"/>
                <a:ea typeface="DejaVu Sans"/>
              </a:rPr>
              <a:t> </a:t>
            </a:r>
            <a:r>
              <a:rPr b="0" lang="fr-FR" sz="1400" spc="-35" strike="noStrike">
                <a:solidFill>
                  <a:srgbClr val="ffffff"/>
                </a:solidFill>
                <a:latin typeface="Arial"/>
                <a:ea typeface="DejaVu Sans"/>
              </a:rPr>
              <a:t>2</a:t>
            </a:r>
            <a:r>
              <a:rPr b="0" lang="fr-FR" sz="1350" spc="-52" strike="noStrike" baseline="24000">
                <a:solidFill>
                  <a:srgbClr val="ffffff"/>
                </a:solidFill>
                <a:latin typeface="Arial"/>
                <a:ea typeface="DejaVu Sans"/>
              </a:rPr>
              <a:t>e </a:t>
            </a:r>
            <a:r>
              <a:rPr b="0" lang="fr-FR" sz="1400" spc="-1" strike="noStrike">
                <a:solidFill>
                  <a:srgbClr val="ffffff"/>
                </a:solidFill>
                <a:latin typeface="Arial"/>
                <a:ea typeface="DejaVu Sans"/>
              </a:rPr>
              <a:t>modèle</a:t>
            </a:r>
            <a:r>
              <a:rPr b="0" lang="fr-FR" sz="1400" spc="-41" strike="noStrike">
                <a:solidFill>
                  <a:srgbClr val="ffffff"/>
                </a:solidFill>
                <a:latin typeface="Arial"/>
                <a:ea typeface="DejaVu Sans"/>
              </a:rPr>
              <a:t> </a:t>
            </a:r>
            <a:r>
              <a:rPr b="0" lang="fr-FR" sz="1400" spc="-12" strike="noStrike">
                <a:solidFill>
                  <a:srgbClr val="ffffff"/>
                </a:solidFill>
                <a:latin typeface="Arial"/>
                <a:ea typeface="DejaVu Sans"/>
              </a:rPr>
              <a:t>simplfié: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  <a:p>
            <a:pPr marL="95760" indent="-58320">
              <a:lnSpc>
                <a:spcPts val="1140"/>
              </a:lnSpc>
              <a:spcBef>
                <a:spcPts val="564"/>
              </a:spcBef>
              <a:buClr>
                <a:srgbClr val="ffffff"/>
              </a:buClr>
              <a:buSzPct val="91000"/>
              <a:buFont typeface="Symbol"/>
              <a:buChar char=""/>
              <a:tabLst>
                <a:tab algn="l" pos="96480"/>
              </a:tabLst>
            </a:pPr>
            <a:r>
              <a:rPr b="0" lang="fr-FR" sz="1100" spc="-12" strike="noStrike">
                <a:solidFill>
                  <a:srgbClr val="ffffff"/>
                </a:solidFill>
                <a:latin typeface="Arial"/>
                <a:ea typeface="DejaVu Sans"/>
              </a:rPr>
              <a:t>Features:consommation 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prédite</a:t>
            </a:r>
            <a:r>
              <a:rPr b="0" lang="fr-FR" sz="1100" spc="-21" strike="noStrike">
                <a:solidFill>
                  <a:srgbClr val="ffffff"/>
                </a:solidFill>
                <a:latin typeface="Arial"/>
                <a:ea typeface="DejaVu Sans"/>
              </a:rPr>
              <a:t> 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+</a:t>
            </a:r>
            <a:r>
              <a:rPr b="0" lang="fr-FR" sz="1100" spc="-21" strike="noStrike">
                <a:solidFill>
                  <a:srgbClr val="ffffff"/>
                </a:solidFill>
                <a:latin typeface="Arial"/>
                <a:ea typeface="DejaVu Sans"/>
              </a:rPr>
              <a:t> 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5</a:t>
            </a:r>
            <a:r>
              <a:rPr b="0" lang="fr-FR" sz="1100" spc="-15" strike="noStrike">
                <a:solidFill>
                  <a:srgbClr val="ffffff"/>
                </a:solidFill>
                <a:latin typeface="Arial"/>
                <a:ea typeface="DejaVu Sans"/>
              </a:rPr>
              <a:t> </a:t>
            </a:r>
            <a:r>
              <a:rPr b="0" lang="fr-FR" sz="1100" spc="-12" strike="noStrike">
                <a:solidFill>
                  <a:srgbClr val="ffffff"/>
                </a:solidFill>
                <a:latin typeface="Arial"/>
                <a:ea typeface="DejaVu Sans"/>
              </a:rPr>
              <a:t>features majeures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object 23"/>
          <p:cNvSpPr/>
          <p:nvPr/>
        </p:nvSpPr>
        <p:spPr>
          <a:xfrm>
            <a:off x="6297840" y="2933280"/>
            <a:ext cx="162180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36720" bIns="0" anchor="t">
            <a:spAutoFit/>
          </a:bodyPr>
          <a:p>
            <a:pPr marL="70560" indent="-58320">
              <a:lnSpc>
                <a:spcPts val="1140"/>
              </a:lnSpc>
              <a:spcBef>
                <a:spcPts val="289"/>
              </a:spcBef>
              <a:buClr>
                <a:srgbClr val="ffffff"/>
              </a:buClr>
              <a:buSzPct val="91000"/>
              <a:buFont typeface="Symbol"/>
              <a:buChar char=""/>
              <a:tabLst>
                <a:tab algn="l" pos="71280"/>
              </a:tabLst>
            </a:pP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(optimisation</a:t>
            </a:r>
            <a:r>
              <a:rPr b="0" lang="fr-FR" sz="1100" spc="-55" strike="noStrike">
                <a:solidFill>
                  <a:srgbClr val="ffffff"/>
                </a:solidFill>
                <a:latin typeface="Arial"/>
                <a:ea typeface="DejaVu Sans"/>
              </a:rPr>
              <a:t> </a:t>
            </a:r>
            <a:r>
              <a:rPr b="0" lang="fr-FR" sz="1100" spc="-12" strike="noStrike">
                <a:solidFill>
                  <a:srgbClr val="ffffff"/>
                </a:solidFill>
                <a:latin typeface="Arial"/>
                <a:ea typeface="DejaVu Sans"/>
              </a:rPr>
              <a:t>paramètres 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avec</a:t>
            </a:r>
            <a:r>
              <a:rPr b="0" lang="fr-FR" sz="1100" spc="-15" strike="noStrike">
                <a:solidFill>
                  <a:srgbClr val="ffffff"/>
                </a:solidFill>
                <a:latin typeface="Arial"/>
                <a:ea typeface="DejaVu Sans"/>
              </a:rPr>
              <a:t> 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grid</a:t>
            </a:r>
            <a:r>
              <a:rPr b="0" lang="fr-FR" sz="1100" spc="-26" strike="noStrike">
                <a:solidFill>
                  <a:srgbClr val="ffffff"/>
                </a:solidFill>
                <a:latin typeface="Arial"/>
                <a:ea typeface="DejaVu Sans"/>
              </a:rPr>
              <a:t> 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search</a:t>
            </a:r>
            <a:r>
              <a:rPr b="0" lang="fr-FR" sz="1100" spc="-21" strike="noStrike">
                <a:solidFill>
                  <a:srgbClr val="ffffff"/>
                </a:solidFill>
                <a:latin typeface="Arial"/>
                <a:ea typeface="DejaVu Sans"/>
              </a:rPr>
              <a:t> </a:t>
            </a:r>
            <a:r>
              <a:rPr b="0" lang="fr-FR" sz="1100" spc="-26" strike="noStrike">
                <a:solidFill>
                  <a:srgbClr val="ffffff"/>
                </a:solidFill>
                <a:latin typeface="Arial"/>
                <a:ea typeface="DejaVu Sans"/>
              </a:rPr>
              <a:t>CV)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" name="object 24"/>
          <p:cNvSpPr/>
          <p:nvPr/>
        </p:nvSpPr>
        <p:spPr>
          <a:xfrm>
            <a:off x="6297840" y="3414960"/>
            <a:ext cx="123120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36720" bIns="0" anchor="t">
            <a:spAutoFit/>
          </a:bodyPr>
          <a:p>
            <a:pPr marL="70560" indent="-58320">
              <a:lnSpc>
                <a:spcPts val="1140"/>
              </a:lnSpc>
              <a:spcBef>
                <a:spcPts val="289"/>
              </a:spcBef>
              <a:buClr>
                <a:srgbClr val="ffffff"/>
              </a:buClr>
              <a:buSzPct val="91000"/>
              <a:buFont typeface="Arial"/>
              <a:buChar char="•"/>
              <a:tabLst>
                <a:tab algn="l" pos="71280"/>
              </a:tabLst>
            </a:pPr>
            <a:r>
              <a:rPr b="1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RMSE</a:t>
            </a:r>
            <a:r>
              <a:rPr b="1" lang="fr-FR" sz="1100" spc="-15" strike="noStrike">
                <a:solidFill>
                  <a:srgbClr val="ffffff"/>
                </a:solidFill>
                <a:latin typeface="Arial"/>
                <a:ea typeface="DejaVu Sans"/>
              </a:rPr>
              <a:t> </a:t>
            </a:r>
            <a:r>
              <a:rPr b="1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: </a:t>
            </a:r>
            <a:r>
              <a:rPr b="1" lang="fr-FR" sz="1100" spc="-12" strike="noStrike">
                <a:solidFill>
                  <a:srgbClr val="ffffff"/>
                </a:solidFill>
                <a:latin typeface="Arial"/>
                <a:ea typeface="DejaVu Sans"/>
              </a:rPr>
              <a:t>?</a:t>
            </a:r>
            <a:r>
              <a:rPr b="1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 </a:t>
            </a:r>
            <a:r>
              <a:rPr b="0" lang="fr-FR" sz="1100" spc="-1" strike="noStrike">
                <a:solidFill>
                  <a:srgbClr val="ffffff"/>
                </a:solidFill>
                <a:latin typeface="Arial"/>
                <a:ea typeface="DejaVu Sans"/>
              </a:rPr>
              <a:t>(jeu</a:t>
            </a:r>
            <a:r>
              <a:rPr b="0" lang="fr-FR" sz="1100" spc="-26" strike="noStrike">
                <a:solidFill>
                  <a:srgbClr val="ffffff"/>
                </a:solidFill>
                <a:latin typeface="Arial"/>
                <a:ea typeface="DejaVu Sans"/>
              </a:rPr>
              <a:t> de </a:t>
            </a:r>
            <a:r>
              <a:rPr b="0" lang="fr-FR" sz="1100" spc="-12" strike="noStrike">
                <a:solidFill>
                  <a:srgbClr val="ffffff"/>
                </a:solidFill>
                <a:latin typeface="Arial"/>
                <a:ea typeface="DejaVu Sans"/>
              </a:rPr>
              <a:t>validation)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object 2"/>
          <p:cNvSpPr/>
          <p:nvPr/>
        </p:nvSpPr>
        <p:spPr>
          <a:xfrm>
            <a:off x="801000" y="2264400"/>
            <a:ext cx="6583680" cy="147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</a:pPr>
            <a:r>
              <a:rPr b="0" lang="fr-FR" sz="4800" spc="-1" strike="noStrike">
                <a:solidFill>
                  <a:srgbClr val="f3f1dc"/>
                </a:solidFill>
                <a:latin typeface="Arial"/>
                <a:ea typeface="DejaVu Sans"/>
              </a:rPr>
              <a:t>IV</a:t>
            </a:r>
            <a:r>
              <a:rPr b="0" lang="fr-FR" sz="4800" spc="-296" strike="noStrike">
                <a:solidFill>
                  <a:srgbClr val="f3f1dc"/>
                </a:solidFill>
                <a:latin typeface="Arial"/>
                <a:ea typeface="DejaVu Sans"/>
              </a:rPr>
              <a:t> </a:t>
            </a:r>
            <a:r>
              <a:rPr b="0" lang="fr-FR" sz="4800" spc="-151" strike="noStrike">
                <a:solidFill>
                  <a:srgbClr val="f3f1dc"/>
                </a:solidFill>
                <a:latin typeface="Arial"/>
                <a:ea typeface="DejaVu Sans"/>
              </a:rPr>
              <a:t>–PRÉSENTATION</a:t>
            </a:r>
            <a:r>
              <a:rPr b="0" lang="fr-FR" sz="4800" spc="-231" strike="noStrike">
                <a:solidFill>
                  <a:srgbClr val="f3f1dc"/>
                </a:solidFill>
                <a:latin typeface="Arial"/>
                <a:ea typeface="DejaVu Sans"/>
              </a:rPr>
              <a:t> </a:t>
            </a:r>
            <a:r>
              <a:rPr b="0" lang="fr-FR" sz="4800" spc="-35" strike="noStrike">
                <a:solidFill>
                  <a:srgbClr val="f3f1dc"/>
                </a:solidFill>
                <a:latin typeface="Arial"/>
                <a:ea typeface="DejaVu Sans"/>
              </a:rPr>
              <a:t>DU </a:t>
            </a:r>
            <a:r>
              <a:rPr b="0" lang="fr-FR" sz="4800" spc="-100" strike="noStrike">
                <a:solidFill>
                  <a:srgbClr val="f3f1dc"/>
                </a:solidFill>
                <a:latin typeface="Arial"/>
                <a:ea typeface="DejaVu Sans"/>
              </a:rPr>
              <a:t>MODÈLE</a:t>
            </a:r>
            <a:r>
              <a:rPr b="0" lang="fr-FR" sz="4800" spc="-216" strike="noStrike">
                <a:solidFill>
                  <a:srgbClr val="f3f1dc"/>
                </a:solidFill>
                <a:latin typeface="Arial"/>
                <a:ea typeface="DejaVu Sans"/>
              </a:rPr>
              <a:t> </a:t>
            </a:r>
            <a:r>
              <a:rPr b="0" lang="fr-FR" sz="4800" spc="-12" strike="noStrike">
                <a:solidFill>
                  <a:srgbClr val="f3f1dc"/>
                </a:solidFill>
                <a:latin typeface="Arial"/>
                <a:ea typeface="DejaVu Sans"/>
              </a:rPr>
              <a:t>FINAL</a:t>
            </a:r>
            <a:endParaRPr b="0" lang="fr-FR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object 3"/>
          <p:cNvSpPr/>
          <p:nvPr/>
        </p:nvSpPr>
        <p:spPr>
          <a:xfrm>
            <a:off x="801000" y="3882240"/>
            <a:ext cx="5289480" cy="37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</a:pPr>
            <a:r>
              <a:rPr b="0" lang="fr-FR" sz="2400" spc="-1" strike="noStrike">
                <a:solidFill>
                  <a:srgbClr val="ffc000"/>
                </a:solidFill>
                <a:latin typeface="Arial"/>
                <a:ea typeface="DejaVu Sans"/>
              </a:rPr>
              <a:t>ainsi</a:t>
            </a:r>
            <a:r>
              <a:rPr b="0" lang="fr-FR" sz="2400" spc="-21" strike="noStrike">
                <a:solidFill>
                  <a:srgbClr val="ffc000"/>
                </a:solidFill>
                <a:latin typeface="Arial"/>
                <a:ea typeface="DejaVu Sans"/>
              </a:rPr>
              <a:t> </a:t>
            </a:r>
            <a:r>
              <a:rPr b="0" lang="fr-FR" sz="2400" spc="-1" strike="noStrike">
                <a:solidFill>
                  <a:srgbClr val="ffc000"/>
                </a:solidFill>
                <a:latin typeface="Arial"/>
                <a:ea typeface="DejaVu Sans"/>
              </a:rPr>
              <a:t>que</a:t>
            </a:r>
            <a:r>
              <a:rPr b="0" lang="fr-FR" sz="2400" spc="-35" strike="noStrike">
                <a:solidFill>
                  <a:srgbClr val="ffc000"/>
                </a:solidFill>
                <a:latin typeface="Arial"/>
                <a:ea typeface="DejaVu Sans"/>
              </a:rPr>
              <a:t> </a:t>
            </a:r>
            <a:r>
              <a:rPr b="0" lang="fr-FR" sz="2400" spc="-1" strike="noStrike">
                <a:solidFill>
                  <a:srgbClr val="ffc000"/>
                </a:solidFill>
                <a:latin typeface="Arial"/>
                <a:ea typeface="DejaVu Sans"/>
              </a:rPr>
              <a:t>des</a:t>
            </a:r>
            <a:r>
              <a:rPr b="0" lang="fr-FR" sz="2400" spc="-32" strike="noStrike">
                <a:solidFill>
                  <a:srgbClr val="ffc000"/>
                </a:solidFill>
                <a:latin typeface="Arial"/>
                <a:ea typeface="DejaVu Sans"/>
              </a:rPr>
              <a:t> </a:t>
            </a:r>
            <a:r>
              <a:rPr b="0" lang="fr-FR" sz="2400" spc="-1" strike="noStrike">
                <a:solidFill>
                  <a:srgbClr val="ffc000"/>
                </a:solidFill>
                <a:latin typeface="Arial"/>
                <a:ea typeface="DejaVu Sans"/>
              </a:rPr>
              <a:t>améliorations </a:t>
            </a:r>
            <a:r>
              <a:rPr b="0" lang="fr-FR" sz="2400" spc="-12" strike="noStrike">
                <a:solidFill>
                  <a:srgbClr val="ffc000"/>
                </a:solidFill>
                <a:latin typeface="Arial"/>
                <a:ea typeface="DejaVu Sans"/>
              </a:rPr>
              <a:t>effectuées.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object 4"/>
          <p:cNvSpPr/>
          <p:nvPr/>
        </p:nvSpPr>
        <p:spPr>
          <a:xfrm>
            <a:off x="7700040" y="27000"/>
            <a:ext cx="22176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332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b="1" lang="fr-FR" sz="1400" spc="-26" strike="noStrike">
                <a:solidFill>
                  <a:srgbClr val="ffffff"/>
                </a:solidFill>
                <a:latin typeface="Arial"/>
                <a:ea typeface="DejaVu Sans"/>
              </a:rPr>
              <a:t>16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3" name="object 2" descr=""/>
          <p:cNvPicPr/>
          <p:nvPr/>
        </p:nvPicPr>
        <p:blipFill>
          <a:blip r:embed="rId1"/>
          <a:stretch/>
        </p:blipFill>
        <p:spPr>
          <a:xfrm>
            <a:off x="5194440" y="2130840"/>
            <a:ext cx="3294000" cy="1207800"/>
          </a:xfrm>
          <a:prstGeom prst="rect">
            <a:avLst/>
          </a:prstGeom>
          <a:ln w="0">
            <a:noFill/>
          </a:ln>
        </p:spPr>
      </p:pic>
      <p:grpSp>
        <p:nvGrpSpPr>
          <p:cNvPr id="314" name="object 3"/>
          <p:cNvGrpSpPr/>
          <p:nvPr/>
        </p:nvGrpSpPr>
        <p:grpSpPr>
          <a:xfrm>
            <a:off x="513000" y="1686240"/>
            <a:ext cx="4469400" cy="3012840"/>
            <a:chOff x="513000" y="1686240"/>
            <a:chExt cx="4469400" cy="3012840"/>
          </a:xfrm>
        </p:grpSpPr>
        <p:pic>
          <p:nvPicPr>
            <p:cNvPr id="315" name="object 4" descr=""/>
            <p:cNvPicPr/>
            <p:nvPr/>
          </p:nvPicPr>
          <p:blipFill>
            <a:blip r:embed="rId2"/>
            <a:stretch/>
          </p:blipFill>
          <p:spPr>
            <a:xfrm>
              <a:off x="513000" y="1686240"/>
              <a:ext cx="4469400" cy="281268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316" name="object 5"/>
            <p:cNvSpPr/>
            <p:nvPr/>
          </p:nvSpPr>
          <p:spPr>
            <a:xfrm>
              <a:off x="1091160" y="2386440"/>
              <a:ext cx="1731600" cy="2312640"/>
            </a:xfrm>
            <a:custGeom>
              <a:avLst/>
              <a:gdLst>
                <a:gd name="textAreaLeft" fmla="*/ 0 w 1731600"/>
                <a:gd name="textAreaRight" fmla="*/ 1733400 w 1731600"/>
                <a:gd name="textAreaTop" fmla="*/ 0 h 2312640"/>
                <a:gd name="textAreaBottom" fmla="*/ 2314440 h 2312640"/>
              </a:gdLst>
              <a:ahLst/>
              <a:rect l="textAreaLeft" t="textAreaTop" r="textAreaRight" b="textAreaBottom"/>
              <a:pathLst>
                <a:path w="1733550" h="2314575">
                  <a:moveTo>
                    <a:pt x="733374" y="1085849"/>
                  </a:moveTo>
                  <a:lnTo>
                    <a:pt x="733374" y="0"/>
                  </a:lnTo>
                  <a:lnTo>
                    <a:pt x="1733499" y="0"/>
                  </a:lnTo>
                  <a:lnTo>
                    <a:pt x="1733499" y="1095374"/>
                  </a:lnTo>
                  <a:lnTo>
                    <a:pt x="514299" y="2314549"/>
                  </a:lnTo>
                  <a:lnTo>
                    <a:pt x="0" y="1800225"/>
                  </a:lnTo>
                  <a:lnTo>
                    <a:pt x="733374" y="1085849"/>
                  </a:lnTo>
                  <a:close/>
                </a:path>
              </a:pathLst>
            </a:custGeom>
            <a:noFill/>
            <a:ln w="26424">
              <a:solidFill>
                <a:srgbClr val="c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</a:pPr>
              <a:endParaRPr b="0" lang="fr-FR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</p:grpSp>
      <p:sp>
        <p:nvSpPr>
          <p:cNvPr id="317" name="PlaceHolder 1"/>
          <p:cNvSpPr>
            <a:spLocks noGrp="1"/>
          </p:cNvSpPr>
          <p:nvPr>
            <p:ph type="title"/>
          </p:nvPr>
        </p:nvSpPr>
        <p:spPr>
          <a:xfrm>
            <a:off x="536040" y="319320"/>
            <a:ext cx="8283600" cy="1804680"/>
          </a:xfrm>
          <a:prstGeom prst="rect">
            <a:avLst/>
          </a:prstGeom>
          <a:noFill/>
          <a:ln w="0">
            <a:noFill/>
          </a:ln>
        </p:spPr>
        <p:txBody>
          <a:bodyPr lIns="0" rIns="0" tIns="219240" bIns="0" anchor="t">
            <a:noAutofit/>
          </a:bodyPr>
          <a:p>
            <a:pPr marL="12600" indent="0">
              <a:lnSpc>
                <a:spcPct val="100000"/>
              </a:lnSpc>
              <a:spcBef>
                <a:spcPts val="1726"/>
              </a:spcBef>
              <a:buNone/>
              <a:tabLst>
                <a:tab algn="l" pos="0"/>
              </a:tabLst>
            </a:pPr>
            <a:r>
              <a:rPr b="0" lang="fr-FR" sz="4000" spc="-114" strike="noStrike">
                <a:solidFill>
                  <a:srgbClr val="d2523b"/>
                </a:solidFill>
                <a:latin typeface="Arial"/>
              </a:rPr>
              <a:t>Modèles</a:t>
            </a:r>
            <a:r>
              <a:rPr b="0" lang="fr-FR" sz="4000" spc="-140" strike="noStrike">
                <a:solidFill>
                  <a:srgbClr val="d2523b"/>
                </a:solidFill>
                <a:latin typeface="Arial"/>
              </a:rPr>
              <a:t> </a:t>
            </a:r>
            <a:r>
              <a:rPr b="0" lang="fr-FR" sz="4000" spc="-114" strike="noStrike">
                <a:solidFill>
                  <a:srgbClr val="d2523b"/>
                </a:solidFill>
                <a:latin typeface="Arial"/>
              </a:rPr>
              <a:t>obtenus</a:t>
            </a:r>
            <a:r>
              <a:rPr b="0" lang="fr-FR" sz="4000" spc="-140" strike="noStrike">
                <a:solidFill>
                  <a:srgbClr val="d2523b"/>
                </a:solidFill>
                <a:latin typeface="Arial"/>
              </a:rPr>
              <a:t> </a:t>
            </a:r>
            <a:r>
              <a:rPr b="0" lang="fr-FR" sz="4000" spc="-52" strike="noStrike">
                <a:solidFill>
                  <a:srgbClr val="d2523b"/>
                </a:solidFill>
                <a:latin typeface="Arial"/>
              </a:rPr>
              <a:t>(consommation)</a:t>
            </a:r>
            <a:endParaRPr b="0" lang="fr-FR" sz="4000" spc="-1" strike="noStrike">
              <a:solidFill>
                <a:srgbClr val="000000"/>
              </a:solidFill>
              <a:latin typeface="Arial"/>
            </a:endParaRPr>
          </a:p>
          <a:p>
            <a:pPr marL="4272120" indent="0">
              <a:lnSpc>
                <a:spcPct val="100000"/>
              </a:lnSpc>
              <a:spcBef>
                <a:spcPts val="734"/>
              </a:spcBef>
              <a:buNone/>
              <a:tabLst>
                <a:tab algn="l" pos="0"/>
              </a:tabLst>
            </a:pPr>
            <a:r>
              <a:rPr b="1" lang="fr-FR" sz="1800" spc="-1" strike="noStrike">
                <a:solidFill>
                  <a:srgbClr val="292934"/>
                </a:solidFill>
                <a:latin typeface="Arial"/>
              </a:rPr>
              <a:t>   </a:t>
            </a:r>
            <a:br>
              <a:rPr sz="1800"/>
            </a:br>
            <a:r>
              <a:rPr b="1" lang="fr-FR" sz="1800" spc="-1" strike="noStrike">
                <a:solidFill>
                  <a:srgbClr val="292934"/>
                </a:solidFill>
                <a:latin typeface="Arial"/>
              </a:rPr>
              <a:t>    </a:t>
            </a:r>
            <a:br>
              <a:rPr sz="1800"/>
            </a:br>
            <a:r>
              <a:rPr b="1" lang="fr-FR" sz="1800" spc="-1" strike="noStrike">
                <a:solidFill>
                  <a:srgbClr val="292934"/>
                </a:solidFill>
                <a:latin typeface="Arial"/>
              </a:rPr>
              <a:t>          </a:t>
            </a:r>
            <a:r>
              <a:rPr b="1" lang="fr-FR" sz="1800" spc="-1" strike="noStrike">
                <a:solidFill>
                  <a:srgbClr val="292934"/>
                </a:solidFill>
                <a:latin typeface="Arial"/>
              </a:rPr>
              <a:t>Comparaison</a:t>
            </a:r>
            <a:r>
              <a:rPr b="1" lang="fr-FR" sz="1800" spc="-12" strike="noStrike">
                <a:solidFill>
                  <a:srgbClr val="292934"/>
                </a:solidFill>
                <a:latin typeface="Arial"/>
              </a:rPr>
              <a:t> </a:t>
            </a:r>
            <a:r>
              <a:rPr b="1" lang="fr-FR" sz="1800" spc="-1" strike="noStrike">
                <a:solidFill>
                  <a:srgbClr val="292934"/>
                </a:solidFill>
                <a:latin typeface="Arial"/>
              </a:rPr>
              <a:t>sur</a:t>
            </a:r>
            <a:r>
              <a:rPr b="1" lang="fr-FR" sz="1800" spc="-12" strike="noStrike">
                <a:solidFill>
                  <a:srgbClr val="292934"/>
                </a:solidFill>
                <a:latin typeface="Arial"/>
              </a:rPr>
              <a:t> </a:t>
            </a:r>
            <a:r>
              <a:rPr b="1" lang="fr-FR" sz="1800" spc="-1" strike="noStrike">
                <a:solidFill>
                  <a:srgbClr val="292934"/>
                </a:solidFill>
                <a:latin typeface="Arial"/>
              </a:rPr>
              <a:t>jeu</a:t>
            </a:r>
            <a:r>
              <a:rPr b="1" lang="fr-FR" sz="1800" spc="-15" strike="noStrike">
                <a:solidFill>
                  <a:srgbClr val="292934"/>
                </a:solidFill>
                <a:latin typeface="Arial"/>
              </a:rPr>
              <a:t> </a:t>
            </a:r>
            <a:r>
              <a:rPr b="1" lang="fr-FR" sz="1800" spc="-1" strike="noStrike">
                <a:solidFill>
                  <a:srgbClr val="292934"/>
                </a:solidFill>
                <a:latin typeface="Arial"/>
              </a:rPr>
              <a:t>de</a:t>
            </a:r>
            <a:r>
              <a:rPr b="1" lang="fr-FR" sz="1800" spc="-7" strike="noStrike">
                <a:solidFill>
                  <a:srgbClr val="292934"/>
                </a:solidFill>
                <a:latin typeface="Arial"/>
              </a:rPr>
              <a:t> </a:t>
            </a:r>
            <a:r>
              <a:rPr b="1" lang="fr-FR" sz="1800" spc="-21" strike="noStrike">
                <a:solidFill>
                  <a:srgbClr val="292934"/>
                </a:solidFill>
                <a:latin typeface="Arial"/>
              </a:rPr>
              <a:t>test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" name="object 7"/>
          <p:cNvSpPr/>
          <p:nvPr/>
        </p:nvSpPr>
        <p:spPr>
          <a:xfrm>
            <a:off x="7700040" y="27000"/>
            <a:ext cx="22176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332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b="1" lang="fr-FR" sz="1400" spc="-26" strike="noStrike">
                <a:solidFill>
                  <a:srgbClr val="ffffff"/>
                </a:solidFill>
                <a:latin typeface="Arial"/>
                <a:ea typeface="DejaVu Sans"/>
              </a:rPr>
              <a:t>17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object 8"/>
          <p:cNvSpPr/>
          <p:nvPr/>
        </p:nvSpPr>
        <p:spPr>
          <a:xfrm>
            <a:off x="5220000" y="2641320"/>
            <a:ext cx="3249360" cy="214560"/>
          </a:xfrm>
          <a:custGeom>
            <a:avLst/>
            <a:gdLst>
              <a:gd name="textAreaLeft" fmla="*/ 0 w 3249360"/>
              <a:gd name="textAreaRight" fmla="*/ 3251160 w 3249360"/>
              <a:gd name="textAreaTop" fmla="*/ 0 h 214560"/>
              <a:gd name="textAreaBottom" fmla="*/ 216360 h 214560"/>
            </a:gdLst>
            <a:ahLst/>
            <a:rect l="textAreaLeft" t="textAreaTop" r="textAreaRight" b="textAreaBottom"/>
            <a:pathLst>
              <a:path w="3251200" h="216535">
                <a:moveTo>
                  <a:pt x="0" y="216026"/>
                </a:moveTo>
                <a:lnTo>
                  <a:pt x="3251073" y="216026"/>
                </a:lnTo>
                <a:lnTo>
                  <a:pt x="3251073" y="0"/>
                </a:lnTo>
                <a:lnTo>
                  <a:pt x="0" y="0"/>
                </a:lnTo>
                <a:lnTo>
                  <a:pt x="0" y="216026"/>
                </a:lnTo>
                <a:close/>
              </a:path>
            </a:pathLst>
          </a:custGeom>
          <a:noFill/>
          <a:ln w="26424">
            <a:solidFill>
              <a:srgbClr val="c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320" name="object 10" descr=""/>
          <p:cNvPicPr/>
          <p:nvPr/>
        </p:nvPicPr>
        <p:blipFill>
          <a:blip r:embed="rId3"/>
          <a:stretch/>
        </p:blipFill>
        <p:spPr>
          <a:xfrm>
            <a:off x="5431320" y="3701520"/>
            <a:ext cx="2693160" cy="1989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1" name="object 2"/>
          <p:cNvGrpSpPr/>
          <p:nvPr/>
        </p:nvGrpSpPr>
        <p:grpSpPr>
          <a:xfrm>
            <a:off x="21960" y="1914840"/>
            <a:ext cx="9063360" cy="3538800"/>
            <a:chOff x="21960" y="1914840"/>
            <a:chExt cx="9063360" cy="3538800"/>
          </a:xfrm>
        </p:grpSpPr>
        <p:pic>
          <p:nvPicPr>
            <p:cNvPr id="322" name="object 3" descr=""/>
            <p:cNvPicPr/>
            <p:nvPr/>
          </p:nvPicPr>
          <p:blipFill>
            <a:blip r:embed="rId1"/>
            <a:stretch/>
          </p:blipFill>
          <p:spPr>
            <a:xfrm>
              <a:off x="21960" y="1914840"/>
              <a:ext cx="8998560" cy="353880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323" name="object 4"/>
            <p:cNvSpPr/>
            <p:nvPr/>
          </p:nvSpPr>
          <p:spPr>
            <a:xfrm>
              <a:off x="4971960" y="2425320"/>
              <a:ext cx="2406600" cy="2392920"/>
            </a:xfrm>
            <a:custGeom>
              <a:avLst/>
              <a:gdLst>
                <a:gd name="textAreaLeft" fmla="*/ 0 w 2406600"/>
                <a:gd name="textAreaRight" fmla="*/ 2408400 w 2406600"/>
                <a:gd name="textAreaTop" fmla="*/ 0 h 2392920"/>
                <a:gd name="textAreaBottom" fmla="*/ 2394720 h 2392920"/>
              </a:gdLst>
              <a:ahLst/>
              <a:rect l="textAreaLeft" t="textAreaTop" r="textAreaRight" b="textAreaBottom"/>
              <a:pathLst>
                <a:path w="2408554" h="2394585">
                  <a:moveTo>
                    <a:pt x="0" y="2394204"/>
                  </a:moveTo>
                  <a:lnTo>
                    <a:pt x="2408301" y="0"/>
                  </a:lnTo>
                </a:path>
              </a:pathLst>
            </a:custGeom>
            <a:noFill/>
            <a:ln w="9525">
              <a:solidFill>
                <a:srgbClr val="92a19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</a:pPr>
              <a:endParaRPr b="0" lang="fr-FR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sp>
          <p:nvSpPr>
            <p:cNvPr id="324" name="object 5"/>
            <p:cNvSpPr/>
            <p:nvPr/>
          </p:nvSpPr>
          <p:spPr>
            <a:xfrm>
              <a:off x="6959880" y="2601360"/>
              <a:ext cx="2125440" cy="2258640"/>
            </a:xfrm>
            <a:custGeom>
              <a:avLst/>
              <a:gdLst>
                <a:gd name="textAreaLeft" fmla="*/ 0 w 2125440"/>
                <a:gd name="textAreaRight" fmla="*/ 2127240 w 2125440"/>
                <a:gd name="textAreaTop" fmla="*/ 0 h 2258640"/>
                <a:gd name="textAreaBottom" fmla="*/ 2260440 h 2258640"/>
              </a:gdLst>
              <a:ahLst/>
              <a:rect l="textAreaLeft" t="textAreaTop" r="textAreaRight" b="textAreaBottom"/>
              <a:pathLst>
                <a:path w="2127250" h="2260600">
                  <a:moveTo>
                    <a:pt x="329643" y="546672"/>
                  </a:moveTo>
                  <a:lnTo>
                    <a:pt x="364641" y="504128"/>
                  </a:lnTo>
                  <a:lnTo>
                    <a:pt x="400665" y="463187"/>
                  </a:lnTo>
                  <a:lnTo>
                    <a:pt x="437654" y="423867"/>
                  </a:lnTo>
                  <a:lnTo>
                    <a:pt x="475547" y="386182"/>
                  </a:lnTo>
                  <a:lnTo>
                    <a:pt x="514283" y="350148"/>
                  </a:lnTo>
                  <a:lnTo>
                    <a:pt x="553800" y="315781"/>
                  </a:lnTo>
                  <a:lnTo>
                    <a:pt x="594038" y="283096"/>
                  </a:lnTo>
                  <a:lnTo>
                    <a:pt x="634934" y="252109"/>
                  </a:lnTo>
                  <a:lnTo>
                    <a:pt x="676429" y="222836"/>
                  </a:lnTo>
                  <a:lnTo>
                    <a:pt x="718462" y="195292"/>
                  </a:lnTo>
                  <a:lnTo>
                    <a:pt x="760970" y="169493"/>
                  </a:lnTo>
                  <a:lnTo>
                    <a:pt x="803893" y="145454"/>
                  </a:lnTo>
                  <a:lnTo>
                    <a:pt x="847170" y="123192"/>
                  </a:lnTo>
                  <a:lnTo>
                    <a:pt x="890739" y="102721"/>
                  </a:lnTo>
                  <a:lnTo>
                    <a:pt x="934540" y="84058"/>
                  </a:lnTo>
                  <a:lnTo>
                    <a:pt x="978512" y="67218"/>
                  </a:lnTo>
                  <a:lnTo>
                    <a:pt x="1022592" y="52216"/>
                  </a:lnTo>
                  <a:lnTo>
                    <a:pt x="1066721" y="39069"/>
                  </a:lnTo>
                  <a:lnTo>
                    <a:pt x="1110838" y="27791"/>
                  </a:lnTo>
                  <a:lnTo>
                    <a:pt x="1154880" y="18399"/>
                  </a:lnTo>
                  <a:lnTo>
                    <a:pt x="1198787" y="10908"/>
                  </a:lnTo>
                  <a:lnTo>
                    <a:pt x="1242498" y="5334"/>
                  </a:lnTo>
                  <a:lnTo>
                    <a:pt x="1285952" y="1693"/>
                  </a:lnTo>
                  <a:lnTo>
                    <a:pt x="1329087" y="0"/>
                  </a:lnTo>
                  <a:lnTo>
                    <a:pt x="1371843" y="270"/>
                  </a:lnTo>
                  <a:lnTo>
                    <a:pt x="1414158" y="2519"/>
                  </a:lnTo>
                  <a:lnTo>
                    <a:pt x="1455972" y="6764"/>
                  </a:lnTo>
                  <a:lnTo>
                    <a:pt x="1497222" y="13019"/>
                  </a:lnTo>
                  <a:lnTo>
                    <a:pt x="1537849" y="21300"/>
                  </a:lnTo>
                  <a:lnTo>
                    <a:pt x="1577791" y="31623"/>
                  </a:lnTo>
                  <a:lnTo>
                    <a:pt x="1616986" y="44004"/>
                  </a:lnTo>
                  <a:lnTo>
                    <a:pt x="1655375" y="58458"/>
                  </a:lnTo>
                  <a:lnTo>
                    <a:pt x="1692894" y="75000"/>
                  </a:lnTo>
                  <a:lnTo>
                    <a:pt x="1729485" y="93647"/>
                  </a:lnTo>
                  <a:lnTo>
                    <a:pt x="1765085" y="114414"/>
                  </a:lnTo>
                  <a:lnTo>
                    <a:pt x="1799633" y="137316"/>
                  </a:lnTo>
                  <a:lnTo>
                    <a:pt x="1833069" y="162370"/>
                  </a:lnTo>
                  <a:lnTo>
                    <a:pt x="1865004" y="189300"/>
                  </a:lnTo>
                  <a:lnTo>
                    <a:pt x="1895094" y="217798"/>
                  </a:lnTo>
                  <a:lnTo>
                    <a:pt x="1923340" y="247803"/>
                  </a:lnTo>
                  <a:lnTo>
                    <a:pt x="1949744" y="279250"/>
                  </a:lnTo>
                  <a:lnTo>
                    <a:pt x="1974307" y="312077"/>
                  </a:lnTo>
                  <a:lnTo>
                    <a:pt x="1997031" y="346221"/>
                  </a:lnTo>
                  <a:lnTo>
                    <a:pt x="2017916" y="381618"/>
                  </a:lnTo>
                  <a:lnTo>
                    <a:pt x="2036965" y="418206"/>
                  </a:lnTo>
                  <a:lnTo>
                    <a:pt x="2054179" y="455921"/>
                  </a:lnTo>
                  <a:lnTo>
                    <a:pt x="2069559" y="494701"/>
                  </a:lnTo>
                  <a:lnTo>
                    <a:pt x="2083108" y="534482"/>
                  </a:lnTo>
                  <a:lnTo>
                    <a:pt x="2094825" y="575202"/>
                  </a:lnTo>
                  <a:lnTo>
                    <a:pt x="2104714" y="616796"/>
                  </a:lnTo>
                  <a:lnTo>
                    <a:pt x="2112774" y="659203"/>
                  </a:lnTo>
                  <a:lnTo>
                    <a:pt x="2119009" y="702359"/>
                  </a:lnTo>
                  <a:lnTo>
                    <a:pt x="2123419" y="746201"/>
                  </a:lnTo>
                  <a:lnTo>
                    <a:pt x="2126006" y="790666"/>
                  </a:lnTo>
                  <a:lnTo>
                    <a:pt x="2126771" y="835691"/>
                  </a:lnTo>
                  <a:lnTo>
                    <a:pt x="2125715" y="881213"/>
                  </a:lnTo>
                  <a:lnTo>
                    <a:pt x="2122841" y="927168"/>
                  </a:lnTo>
                  <a:lnTo>
                    <a:pt x="2118149" y="973494"/>
                  </a:lnTo>
                  <a:lnTo>
                    <a:pt x="2111642" y="1020128"/>
                  </a:lnTo>
                  <a:lnTo>
                    <a:pt x="2103320" y="1067007"/>
                  </a:lnTo>
                  <a:lnTo>
                    <a:pt x="2093185" y="1114067"/>
                  </a:lnTo>
                  <a:lnTo>
                    <a:pt x="2081239" y="1161245"/>
                  </a:lnTo>
                  <a:lnTo>
                    <a:pt x="2067483" y="1208479"/>
                  </a:lnTo>
                  <a:lnTo>
                    <a:pt x="2051918" y="1255706"/>
                  </a:lnTo>
                  <a:lnTo>
                    <a:pt x="2034546" y="1302861"/>
                  </a:lnTo>
                  <a:lnTo>
                    <a:pt x="2015369" y="1349883"/>
                  </a:lnTo>
                  <a:lnTo>
                    <a:pt x="1994388" y="1396708"/>
                  </a:lnTo>
                  <a:lnTo>
                    <a:pt x="1971604" y="1443273"/>
                  </a:lnTo>
                  <a:lnTo>
                    <a:pt x="1947018" y="1489516"/>
                  </a:lnTo>
                  <a:lnTo>
                    <a:pt x="1920634" y="1535372"/>
                  </a:lnTo>
                  <a:lnTo>
                    <a:pt x="1892451" y="1580779"/>
                  </a:lnTo>
                  <a:lnTo>
                    <a:pt x="1862471" y="1625674"/>
                  </a:lnTo>
                  <a:lnTo>
                    <a:pt x="1830696" y="1669994"/>
                  </a:lnTo>
                  <a:lnTo>
                    <a:pt x="1797128" y="1713675"/>
                  </a:lnTo>
                  <a:lnTo>
                    <a:pt x="1762129" y="1756220"/>
                  </a:lnTo>
                  <a:lnTo>
                    <a:pt x="1726105" y="1797162"/>
                  </a:lnTo>
                  <a:lnTo>
                    <a:pt x="1689116" y="1836483"/>
                  </a:lnTo>
                  <a:lnTo>
                    <a:pt x="1651223" y="1874169"/>
                  </a:lnTo>
                  <a:lnTo>
                    <a:pt x="1612487" y="1910204"/>
                  </a:lnTo>
                  <a:lnTo>
                    <a:pt x="1572970" y="1944571"/>
                  </a:lnTo>
                  <a:lnTo>
                    <a:pt x="1532732" y="1977257"/>
                  </a:lnTo>
                  <a:lnTo>
                    <a:pt x="1491836" y="2008245"/>
                  </a:lnTo>
                  <a:lnTo>
                    <a:pt x="1450341" y="2037519"/>
                  </a:lnTo>
                  <a:lnTo>
                    <a:pt x="1408308" y="2065064"/>
                  </a:lnTo>
                  <a:lnTo>
                    <a:pt x="1365800" y="2090864"/>
                  </a:lnTo>
                  <a:lnTo>
                    <a:pt x="1322877" y="2114903"/>
                  </a:lnTo>
                  <a:lnTo>
                    <a:pt x="1279600" y="2137166"/>
                  </a:lnTo>
                  <a:lnTo>
                    <a:pt x="1236031" y="2157638"/>
                  </a:lnTo>
                  <a:lnTo>
                    <a:pt x="1192230" y="2176302"/>
                  </a:lnTo>
                  <a:lnTo>
                    <a:pt x="1148258" y="2193144"/>
                  </a:lnTo>
                  <a:lnTo>
                    <a:pt x="1104178" y="2208147"/>
                  </a:lnTo>
                  <a:lnTo>
                    <a:pt x="1060049" y="2221295"/>
                  </a:lnTo>
                  <a:lnTo>
                    <a:pt x="1015932" y="2232574"/>
                  </a:lnTo>
                  <a:lnTo>
                    <a:pt x="971890" y="2241967"/>
                  </a:lnTo>
                  <a:lnTo>
                    <a:pt x="927983" y="2249460"/>
                  </a:lnTo>
                  <a:lnTo>
                    <a:pt x="884272" y="2255035"/>
                  </a:lnTo>
                  <a:lnTo>
                    <a:pt x="840818" y="2258678"/>
                  </a:lnTo>
                  <a:lnTo>
                    <a:pt x="797683" y="2260373"/>
                  </a:lnTo>
                  <a:lnTo>
                    <a:pt x="754927" y="2260105"/>
                  </a:lnTo>
                  <a:lnTo>
                    <a:pt x="712612" y="2257858"/>
                  </a:lnTo>
                  <a:lnTo>
                    <a:pt x="670798" y="2253615"/>
                  </a:lnTo>
                  <a:lnTo>
                    <a:pt x="629548" y="2247363"/>
                  </a:lnTo>
                  <a:lnTo>
                    <a:pt x="588921" y="2239084"/>
                  </a:lnTo>
                  <a:lnTo>
                    <a:pt x="548979" y="2228763"/>
                  </a:lnTo>
                  <a:lnTo>
                    <a:pt x="509784" y="2216386"/>
                  </a:lnTo>
                  <a:lnTo>
                    <a:pt x="471395" y="2201935"/>
                  </a:lnTo>
                  <a:lnTo>
                    <a:pt x="433876" y="2185396"/>
                  </a:lnTo>
                  <a:lnTo>
                    <a:pt x="397285" y="2166752"/>
                  </a:lnTo>
                  <a:lnTo>
                    <a:pt x="361685" y="2145989"/>
                  </a:lnTo>
                  <a:lnTo>
                    <a:pt x="327137" y="2123090"/>
                  </a:lnTo>
                  <a:lnTo>
                    <a:pt x="293702" y="2098040"/>
                  </a:lnTo>
                  <a:lnTo>
                    <a:pt x="261766" y="2071106"/>
                  </a:lnTo>
                  <a:lnTo>
                    <a:pt x="231676" y="2042602"/>
                  </a:lnTo>
                  <a:lnTo>
                    <a:pt x="203430" y="2012593"/>
                  </a:lnTo>
                  <a:lnTo>
                    <a:pt x="177026" y="1981142"/>
                  </a:lnTo>
                  <a:lnTo>
                    <a:pt x="152463" y="1948311"/>
                  </a:lnTo>
                  <a:lnTo>
                    <a:pt x="129739" y="1914163"/>
                  </a:lnTo>
                  <a:lnTo>
                    <a:pt x="108854" y="1878763"/>
                  </a:lnTo>
                  <a:lnTo>
                    <a:pt x="89805" y="1842172"/>
                  </a:lnTo>
                  <a:lnTo>
                    <a:pt x="72591" y="1804453"/>
                  </a:lnTo>
                  <a:lnTo>
                    <a:pt x="57211" y="1765671"/>
                  </a:lnTo>
                  <a:lnTo>
                    <a:pt x="43663" y="1725887"/>
                  </a:lnTo>
                  <a:lnTo>
                    <a:pt x="31945" y="1685165"/>
                  </a:lnTo>
                  <a:lnTo>
                    <a:pt x="22056" y="1643568"/>
                  </a:lnTo>
                  <a:lnTo>
                    <a:pt x="13996" y="1601159"/>
                  </a:lnTo>
                  <a:lnTo>
                    <a:pt x="7761" y="1558001"/>
                  </a:lnTo>
                  <a:lnTo>
                    <a:pt x="3351" y="1514158"/>
                  </a:lnTo>
                  <a:lnTo>
                    <a:pt x="764" y="1469691"/>
                  </a:lnTo>
                  <a:lnTo>
                    <a:pt x="0" y="1424665"/>
                  </a:lnTo>
                  <a:lnTo>
                    <a:pt x="1055" y="1379142"/>
                  </a:lnTo>
                  <a:lnTo>
                    <a:pt x="3929" y="1333185"/>
                  </a:lnTo>
                  <a:lnTo>
                    <a:pt x="8621" y="1286858"/>
                  </a:lnTo>
                  <a:lnTo>
                    <a:pt x="15128" y="1240223"/>
                  </a:lnTo>
                  <a:lnTo>
                    <a:pt x="23450" y="1193344"/>
                  </a:lnTo>
                  <a:lnTo>
                    <a:pt x="33585" y="1146283"/>
                  </a:lnTo>
                  <a:lnTo>
                    <a:pt x="45531" y="1099104"/>
                  </a:lnTo>
                  <a:lnTo>
                    <a:pt x="59287" y="1051869"/>
                  </a:lnTo>
                  <a:lnTo>
                    <a:pt x="74852" y="1004643"/>
                  </a:lnTo>
                  <a:lnTo>
                    <a:pt x="92224" y="957487"/>
                  </a:lnTo>
                  <a:lnTo>
                    <a:pt x="111401" y="910464"/>
                  </a:lnTo>
                  <a:lnTo>
                    <a:pt x="132382" y="863639"/>
                  </a:lnTo>
                  <a:lnTo>
                    <a:pt x="155166" y="817074"/>
                  </a:lnTo>
                  <a:lnTo>
                    <a:pt x="179752" y="770832"/>
                  </a:lnTo>
                  <a:lnTo>
                    <a:pt x="206136" y="724975"/>
                  </a:lnTo>
                  <a:lnTo>
                    <a:pt x="234319" y="679568"/>
                  </a:lnTo>
                  <a:lnTo>
                    <a:pt x="264299" y="634673"/>
                  </a:lnTo>
                  <a:lnTo>
                    <a:pt x="296074" y="590353"/>
                  </a:lnTo>
                  <a:lnTo>
                    <a:pt x="329643" y="546672"/>
                  </a:lnTo>
                  <a:close/>
                </a:path>
              </a:pathLst>
            </a:custGeom>
            <a:noFill/>
            <a:ln w="26424">
              <a:solidFill>
                <a:srgbClr val="c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</a:pPr>
              <a:endParaRPr b="0" lang="fr-FR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sp>
          <p:nvSpPr>
            <p:cNvPr id="325" name="object 6"/>
            <p:cNvSpPr/>
            <p:nvPr/>
          </p:nvSpPr>
          <p:spPr>
            <a:xfrm>
              <a:off x="3291480" y="3217680"/>
              <a:ext cx="1063080" cy="449640"/>
            </a:xfrm>
            <a:custGeom>
              <a:avLst/>
              <a:gdLst>
                <a:gd name="textAreaLeft" fmla="*/ 0 w 1063080"/>
                <a:gd name="textAreaRight" fmla="*/ 1064880 w 1063080"/>
                <a:gd name="textAreaTop" fmla="*/ 0 h 449640"/>
                <a:gd name="textAreaBottom" fmla="*/ 451440 h 449640"/>
              </a:gdLst>
              <a:ahLst/>
              <a:rect l="textAreaLeft" t="textAreaTop" r="textAreaRight" b="textAreaBottom"/>
              <a:pathLst>
                <a:path w="1064895" h="451485">
                  <a:moveTo>
                    <a:pt x="838962" y="0"/>
                  </a:moveTo>
                  <a:lnTo>
                    <a:pt x="838962" y="112775"/>
                  </a:lnTo>
                  <a:lnTo>
                    <a:pt x="0" y="112775"/>
                  </a:lnTo>
                  <a:lnTo>
                    <a:pt x="0" y="338328"/>
                  </a:lnTo>
                  <a:lnTo>
                    <a:pt x="838962" y="338328"/>
                  </a:lnTo>
                  <a:lnTo>
                    <a:pt x="838962" y="451104"/>
                  </a:lnTo>
                  <a:lnTo>
                    <a:pt x="1064514" y="225552"/>
                  </a:lnTo>
                  <a:lnTo>
                    <a:pt x="838962" y="0"/>
                  </a:lnTo>
                  <a:close/>
                </a:path>
              </a:pathLst>
            </a:custGeom>
            <a:solidFill>
              <a:srgbClr val="92a19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</a:pPr>
              <a:endParaRPr b="0" lang="fr-FR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sp>
          <p:nvSpPr>
            <p:cNvPr id="326" name="object 7"/>
            <p:cNvSpPr/>
            <p:nvPr/>
          </p:nvSpPr>
          <p:spPr>
            <a:xfrm>
              <a:off x="3291480" y="3217680"/>
              <a:ext cx="1063080" cy="449640"/>
            </a:xfrm>
            <a:custGeom>
              <a:avLst/>
              <a:gdLst>
                <a:gd name="textAreaLeft" fmla="*/ 0 w 1063080"/>
                <a:gd name="textAreaRight" fmla="*/ 1064880 w 1063080"/>
                <a:gd name="textAreaTop" fmla="*/ 0 h 449640"/>
                <a:gd name="textAreaBottom" fmla="*/ 451440 h 449640"/>
              </a:gdLst>
              <a:ahLst/>
              <a:rect l="textAreaLeft" t="textAreaTop" r="textAreaRight" b="textAreaBottom"/>
              <a:pathLst>
                <a:path w="1064895" h="451485">
                  <a:moveTo>
                    <a:pt x="0" y="112775"/>
                  </a:moveTo>
                  <a:lnTo>
                    <a:pt x="838962" y="112775"/>
                  </a:lnTo>
                  <a:lnTo>
                    <a:pt x="838962" y="0"/>
                  </a:lnTo>
                  <a:lnTo>
                    <a:pt x="1064514" y="225552"/>
                  </a:lnTo>
                  <a:lnTo>
                    <a:pt x="838962" y="451104"/>
                  </a:lnTo>
                  <a:lnTo>
                    <a:pt x="838962" y="338328"/>
                  </a:lnTo>
                  <a:lnTo>
                    <a:pt x="0" y="338328"/>
                  </a:lnTo>
                  <a:lnTo>
                    <a:pt x="0" y="112775"/>
                  </a:lnTo>
                  <a:close/>
                </a:path>
              </a:pathLst>
            </a:custGeom>
            <a:noFill/>
            <a:ln w="26424">
              <a:solidFill>
                <a:srgbClr val="6b766e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</a:pPr>
              <a:endParaRPr b="0" lang="fr-FR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</p:grpSp>
      <p:sp>
        <p:nvSpPr>
          <p:cNvPr id="327" name="PlaceHolder 1"/>
          <p:cNvSpPr>
            <a:spLocks noGrp="1"/>
          </p:cNvSpPr>
          <p:nvPr>
            <p:ph type="title"/>
          </p:nvPr>
        </p:nvSpPr>
        <p:spPr>
          <a:xfrm>
            <a:off x="536040" y="526320"/>
            <a:ext cx="7740000" cy="965160"/>
          </a:xfrm>
          <a:prstGeom prst="rect">
            <a:avLst/>
          </a:prstGeom>
          <a:noFill/>
          <a:ln w="0">
            <a:noFill/>
          </a:ln>
        </p:spPr>
        <p:txBody>
          <a:bodyPr lIns="0" rIns="0" tIns="12240" bIns="0" anchor="t">
            <a:noAutofit/>
          </a:bodyPr>
          <a:p>
            <a:pPr marL="12600" indent="0">
              <a:lnSpc>
                <a:spcPct val="100000"/>
              </a:lnSpc>
              <a:spcBef>
                <a:spcPts val="96"/>
              </a:spcBef>
              <a:buNone/>
              <a:tabLst>
                <a:tab algn="l" pos="0"/>
              </a:tabLst>
            </a:pPr>
            <a:r>
              <a:rPr b="0" lang="fr-FR" sz="4000" spc="-114" strike="noStrike">
                <a:solidFill>
                  <a:srgbClr val="d2523b"/>
                </a:solidFill>
                <a:latin typeface="Arial"/>
              </a:rPr>
              <a:t>Modèle</a:t>
            </a:r>
            <a:r>
              <a:rPr b="0" lang="fr-FR" sz="4000" spc="-145" strike="noStrike">
                <a:solidFill>
                  <a:srgbClr val="d2523b"/>
                </a:solidFill>
                <a:latin typeface="Arial"/>
              </a:rPr>
              <a:t> </a:t>
            </a:r>
            <a:r>
              <a:rPr b="0" lang="fr-FR" sz="4000" spc="-100" strike="noStrike">
                <a:solidFill>
                  <a:srgbClr val="d2523b"/>
                </a:solidFill>
                <a:latin typeface="Arial"/>
              </a:rPr>
              <a:t>final</a:t>
            </a:r>
            <a:r>
              <a:rPr b="0" lang="fr-FR" sz="4000" spc="-171" strike="noStrike">
                <a:solidFill>
                  <a:srgbClr val="d2523b"/>
                </a:solidFill>
                <a:latin typeface="Arial"/>
              </a:rPr>
              <a:t> </a:t>
            </a:r>
            <a:r>
              <a:rPr b="0" lang="fr-FR" sz="4000" spc="-52" strike="noStrike">
                <a:solidFill>
                  <a:srgbClr val="d2523b"/>
                </a:solidFill>
                <a:latin typeface="Arial"/>
              </a:rPr>
              <a:t>:</a:t>
            </a:r>
            <a:endParaRPr b="0" lang="fr-FR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" name="object 9"/>
          <p:cNvSpPr/>
          <p:nvPr/>
        </p:nvSpPr>
        <p:spPr>
          <a:xfrm>
            <a:off x="536040" y="1359360"/>
            <a:ext cx="2850120" cy="37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95480" indent="-182880">
              <a:lnSpc>
                <a:spcPct val="100000"/>
              </a:lnSpc>
              <a:spcBef>
                <a:spcPts val="99"/>
              </a:spcBef>
              <a:buClr>
                <a:srgbClr val="92a199"/>
              </a:buClr>
              <a:buSzPct val="85000"/>
              <a:buFont typeface="Symbol"/>
              <a:buChar char=""/>
              <a:tabLst>
                <a:tab algn="l" pos="195480"/>
              </a:tabLst>
            </a:pPr>
            <a:r>
              <a:rPr b="0" lang="fr-FR" sz="2400" spc="-1" strike="noStrike">
                <a:solidFill>
                  <a:srgbClr val="292934"/>
                </a:solidFill>
                <a:latin typeface="Arial"/>
                <a:ea typeface="DejaVu Sans"/>
              </a:rPr>
              <a:t>Prédiction</a:t>
            </a:r>
            <a:r>
              <a:rPr b="0" lang="fr-FR" sz="2400" spc="-1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400" spc="-1" strike="noStrike">
                <a:solidFill>
                  <a:srgbClr val="292934"/>
                </a:solidFill>
                <a:latin typeface="Arial"/>
                <a:ea typeface="DejaVu Sans"/>
              </a:rPr>
              <a:t>et</a:t>
            </a:r>
            <a:r>
              <a:rPr b="0" lang="fr-FR" sz="2400" spc="-3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400" spc="-12" strike="noStrike">
                <a:solidFill>
                  <a:srgbClr val="292934"/>
                </a:solidFill>
                <a:latin typeface="Arial"/>
                <a:ea typeface="DejaVu Sans"/>
              </a:rPr>
              <a:t>limites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" name="object 10"/>
          <p:cNvSpPr/>
          <p:nvPr/>
        </p:nvSpPr>
        <p:spPr>
          <a:xfrm>
            <a:off x="7700040" y="27000"/>
            <a:ext cx="22176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332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b="1" lang="fr-FR" sz="1400" spc="-26" strike="noStrike">
                <a:solidFill>
                  <a:srgbClr val="ffffff"/>
                </a:solidFill>
                <a:latin typeface="Arial"/>
                <a:ea typeface="DejaVu Sans"/>
              </a:rPr>
              <a:t>18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" name="object 11"/>
          <p:cNvSpPr/>
          <p:nvPr/>
        </p:nvSpPr>
        <p:spPr>
          <a:xfrm>
            <a:off x="3499200" y="3273840"/>
            <a:ext cx="416160" cy="28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</a:pPr>
            <a:r>
              <a:rPr b="1" lang="fr-FR" sz="1800" spc="-26" strike="noStrike">
                <a:solidFill>
                  <a:srgbClr val="ffffff"/>
                </a:solidFill>
                <a:latin typeface="Arial"/>
                <a:ea typeface="DejaVu Sans"/>
              </a:rPr>
              <a:t>exp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PlaceHolder 1"/>
          <p:cNvSpPr>
            <a:spLocks noGrp="1"/>
          </p:cNvSpPr>
          <p:nvPr>
            <p:ph type="title"/>
          </p:nvPr>
        </p:nvSpPr>
        <p:spPr>
          <a:xfrm>
            <a:off x="536040" y="526320"/>
            <a:ext cx="7740000" cy="965160"/>
          </a:xfrm>
          <a:prstGeom prst="rect">
            <a:avLst/>
          </a:prstGeom>
          <a:noFill/>
          <a:ln w="0">
            <a:noFill/>
          </a:ln>
        </p:spPr>
        <p:txBody>
          <a:bodyPr lIns="0" rIns="0" tIns="12240" bIns="0" anchor="t">
            <a:noAutofit/>
          </a:bodyPr>
          <a:p>
            <a:pPr marL="12600" indent="0">
              <a:lnSpc>
                <a:spcPct val="100000"/>
              </a:lnSpc>
              <a:spcBef>
                <a:spcPts val="96"/>
              </a:spcBef>
              <a:buNone/>
              <a:tabLst>
                <a:tab algn="l" pos="0"/>
              </a:tabLst>
            </a:pPr>
            <a:r>
              <a:rPr b="0" lang="fr-FR" sz="4000" spc="-111" strike="noStrike">
                <a:solidFill>
                  <a:srgbClr val="d2523b"/>
                </a:solidFill>
                <a:latin typeface="Arial"/>
              </a:rPr>
              <a:t>Intérêt</a:t>
            </a:r>
            <a:r>
              <a:rPr b="0" lang="fr-FR" sz="4000" spc="-171" strike="noStrike">
                <a:solidFill>
                  <a:srgbClr val="d2523b"/>
                </a:solidFill>
                <a:latin typeface="Arial"/>
              </a:rPr>
              <a:t> </a:t>
            </a:r>
            <a:r>
              <a:rPr b="0" lang="fr-FR" sz="4000" spc="-80" strike="noStrike">
                <a:solidFill>
                  <a:srgbClr val="d2523b"/>
                </a:solidFill>
                <a:latin typeface="Arial"/>
              </a:rPr>
              <a:t>du</a:t>
            </a:r>
            <a:r>
              <a:rPr b="0" lang="fr-FR" sz="4000" spc="-165" strike="noStrike">
                <a:solidFill>
                  <a:srgbClr val="d2523b"/>
                </a:solidFill>
                <a:latin typeface="Arial"/>
              </a:rPr>
              <a:t> </a:t>
            </a:r>
            <a:r>
              <a:rPr b="0" lang="fr-FR" sz="4000" spc="-120" strike="noStrike">
                <a:solidFill>
                  <a:srgbClr val="d2523b"/>
                </a:solidFill>
                <a:latin typeface="Arial"/>
              </a:rPr>
              <a:t>ENERGY</a:t>
            </a:r>
            <a:r>
              <a:rPr b="0" lang="fr-FR" sz="4000" spc="-236" strike="noStrike">
                <a:solidFill>
                  <a:srgbClr val="d2523b"/>
                </a:solidFill>
                <a:latin typeface="Arial"/>
              </a:rPr>
              <a:t> </a:t>
            </a:r>
            <a:r>
              <a:rPr b="0" lang="fr-FR" sz="4000" spc="-185" strike="noStrike">
                <a:solidFill>
                  <a:srgbClr val="d2523b"/>
                </a:solidFill>
                <a:latin typeface="Arial"/>
              </a:rPr>
              <a:t>STAR</a:t>
            </a:r>
            <a:r>
              <a:rPr b="0" lang="fr-FR" sz="4000" spc="-160" strike="noStrike">
                <a:solidFill>
                  <a:srgbClr val="d2523b"/>
                </a:solidFill>
                <a:latin typeface="Arial"/>
              </a:rPr>
              <a:t> </a:t>
            </a:r>
            <a:r>
              <a:rPr b="0" lang="fr-FR" sz="4000" spc="-12" strike="noStrike">
                <a:solidFill>
                  <a:srgbClr val="d2523b"/>
                </a:solidFill>
                <a:latin typeface="Arial"/>
              </a:rPr>
              <a:t>Score</a:t>
            </a:r>
            <a:endParaRPr b="0" lang="fr-FR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" name="PlaceHolder 2"/>
          <p:cNvSpPr>
            <a:spLocks noGrp="1"/>
          </p:cNvSpPr>
          <p:nvPr>
            <p:ph/>
          </p:nvPr>
        </p:nvSpPr>
        <p:spPr>
          <a:xfrm>
            <a:off x="536040" y="1359360"/>
            <a:ext cx="8018280" cy="3909240"/>
          </a:xfrm>
          <a:prstGeom prst="rect">
            <a:avLst/>
          </a:prstGeom>
          <a:noFill/>
          <a:ln w="0">
            <a:noFill/>
          </a:ln>
        </p:spPr>
        <p:txBody>
          <a:bodyPr lIns="0" rIns="0" tIns="12600" bIns="0" anchor="t">
            <a:noAutofit/>
          </a:bodyPr>
          <a:p>
            <a:pPr marL="195480" indent="-182880">
              <a:lnSpc>
                <a:spcPct val="100000"/>
              </a:lnSpc>
              <a:spcBef>
                <a:spcPts val="99"/>
              </a:spcBef>
              <a:buClr>
                <a:srgbClr val="92a199"/>
              </a:buClr>
              <a:buSzPct val="85000"/>
              <a:buFont typeface="Symbol"/>
              <a:buChar char=""/>
              <a:tabLst>
                <a:tab algn="l" pos="195480"/>
              </a:tabLst>
            </a:pPr>
            <a:r>
              <a:rPr b="0" lang="fr-FR" sz="2400" spc="-1" strike="noStrike">
                <a:solidFill>
                  <a:srgbClr val="292934"/>
                </a:solidFill>
                <a:latin typeface="Arial"/>
              </a:rPr>
              <a:t>Feature</a:t>
            </a:r>
            <a:r>
              <a:rPr b="0" lang="fr-FR" sz="2400" spc="-26" strike="noStrike">
                <a:solidFill>
                  <a:srgbClr val="292934"/>
                </a:solidFill>
                <a:latin typeface="Arial"/>
              </a:rPr>
              <a:t> </a:t>
            </a:r>
            <a:r>
              <a:rPr b="0" lang="fr-FR" sz="2400" spc="-1" strike="noStrike">
                <a:solidFill>
                  <a:srgbClr val="292934"/>
                </a:solidFill>
                <a:latin typeface="Arial"/>
              </a:rPr>
              <a:t>traitée</a:t>
            </a:r>
            <a:r>
              <a:rPr b="0" lang="fr-FR" sz="2400" spc="-32" strike="noStrike">
                <a:solidFill>
                  <a:srgbClr val="292934"/>
                </a:solidFill>
                <a:latin typeface="Arial"/>
              </a:rPr>
              <a:t> </a:t>
            </a:r>
            <a:r>
              <a:rPr b="0" lang="fr-FR" sz="2400" spc="-1" strike="noStrike">
                <a:solidFill>
                  <a:srgbClr val="292934"/>
                </a:solidFill>
                <a:latin typeface="Arial"/>
              </a:rPr>
              <a:t>à</a:t>
            </a:r>
            <a:r>
              <a:rPr b="0" lang="fr-FR" sz="2400" spc="-15" strike="noStrike">
                <a:solidFill>
                  <a:srgbClr val="292934"/>
                </a:solidFill>
                <a:latin typeface="Arial"/>
              </a:rPr>
              <a:t> </a:t>
            </a:r>
            <a:r>
              <a:rPr b="0" lang="fr-FR" sz="2400" spc="-1" strike="noStrike">
                <a:solidFill>
                  <a:srgbClr val="292934"/>
                </a:solidFill>
                <a:latin typeface="Arial"/>
              </a:rPr>
              <a:t>part</a:t>
            </a:r>
            <a:r>
              <a:rPr b="0" lang="fr-FR" sz="2400" spc="-15" strike="noStrike">
                <a:solidFill>
                  <a:srgbClr val="292934"/>
                </a:solidFill>
                <a:latin typeface="Arial"/>
              </a:rPr>
              <a:t> </a:t>
            </a:r>
            <a:r>
              <a:rPr b="0" lang="fr-FR" sz="2400" spc="-1" strike="noStrike">
                <a:solidFill>
                  <a:srgbClr val="292934"/>
                </a:solidFill>
                <a:latin typeface="Arial"/>
              </a:rPr>
              <a:t>du</a:t>
            </a:r>
            <a:r>
              <a:rPr b="0" lang="fr-FR" sz="2400" spc="-12" strike="noStrike">
                <a:solidFill>
                  <a:srgbClr val="292934"/>
                </a:solidFill>
                <a:latin typeface="Arial"/>
              </a:rPr>
              <a:t> </a:t>
            </a:r>
            <a:r>
              <a:rPr b="0" lang="fr-FR" sz="2400" spc="-1" strike="noStrike">
                <a:solidFill>
                  <a:srgbClr val="292934"/>
                </a:solidFill>
                <a:latin typeface="Arial"/>
              </a:rPr>
              <a:t>modèle initial (moins</a:t>
            </a:r>
            <a:r>
              <a:rPr b="0" lang="fr-FR" sz="2400" spc="-15" strike="noStrike">
                <a:solidFill>
                  <a:srgbClr val="292934"/>
                </a:solidFill>
                <a:latin typeface="Arial"/>
              </a:rPr>
              <a:t> </a:t>
            </a:r>
            <a:r>
              <a:rPr b="0" lang="fr-FR" sz="2400" spc="-1" strike="noStrike">
                <a:solidFill>
                  <a:srgbClr val="292934"/>
                </a:solidFill>
                <a:latin typeface="Arial"/>
              </a:rPr>
              <a:t>de</a:t>
            </a:r>
            <a:r>
              <a:rPr b="0" lang="fr-FR" sz="2400" spc="-21" strike="noStrike">
                <a:solidFill>
                  <a:srgbClr val="292934"/>
                </a:solidFill>
                <a:latin typeface="Arial"/>
              </a:rPr>
              <a:t> </a:t>
            </a:r>
            <a:r>
              <a:rPr b="0" lang="fr-FR" sz="2400" spc="-12" strike="noStrike">
                <a:solidFill>
                  <a:srgbClr val="292934"/>
                </a:solidFill>
                <a:latin typeface="Arial"/>
              </a:rPr>
              <a:t>données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19512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fr-FR" sz="2400" spc="-12" strike="noStrike">
                <a:solidFill>
                  <a:srgbClr val="292934"/>
                </a:solidFill>
                <a:latin typeface="Arial"/>
              </a:rPr>
              <a:t>disponibles)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195120" indent="-182880">
              <a:lnSpc>
                <a:spcPct val="100000"/>
              </a:lnSpc>
              <a:spcBef>
                <a:spcPts val="575"/>
              </a:spcBef>
              <a:buClr>
                <a:srgbClr val="92a199"/>
              </a:buClr>
              <a:buSzPct val="85000"/>
              <a:buFont typeface="Symbol"/>
              <a:buChar char=""/>
              <a:tabLst>
                <a:tab algn="l" pos="195480"/>
              </a:tabLst>
            </a:pPr>
            <a:r>
              <a:rPr b="0" lang="fr-FR" sz="2400" spc="-1" strike="noStrike">
                <a:solidFill>
                  <a:srgbClr val="292934"/>
                </a:solidFill>
                <a:latin typeface="Arial"/>
              </a:rPr>
              <a:t>Entraînement</a:t>
            </a:r>
            <a:r>
              <a:rPr b="0" lang="fr-FR" sz="2400" spc="-41" strike="noStrike">
                <a:solidFill>
                  <a:srgbClr val="292934"/>
                </a:solidFill>
                <a:latin typeface="Arial"/>
              </a:rPr>
              <a:t> </a:t>
            </a:r>
            <a:r>
              <a:rPr b="0" lang="fr-FR" sz="2400" spc="-1" strike="noStrike">
                <a:solidFill>
                  <a:srgbClr val="292934"/>
                </a:solidFill>
                <a:latin typeface="Arial"/>
              </a:rPr>
              <a:t>d’un modèle</a:t>
            </a:r>
            <a:r>
              <a:rPr b="0" lang="fr-FR" sz="2400" spc="-15" strike="noStrike">
                <a:solidFill>
                  <a:srgbClr val="292934"/>
                </a:solidFill>
                <a:latin typeface="Arial"/>
              </a:rPr>
              <a:t> </a:t>
            </a:r>
            <a:r>
              <a:rPr b="0" lang="fr-FR" sz="2400" spc="-1" strike="noStrike">
                <a:solidFill>
                  <a:srgbClr val="292934"/>
                </a:solidFill>
                <a:latin typeface="Arial"/>
              </a:rPr>
              <a:t>Random Forest</a:t>
            </a:r>
            <a:r>
              <a:rPr b="0" lang="fr-FR" sz="2400" spc="-21" strike="noStrike">
                <a:solidFill>
                  <a:srgbClr val="292934"/>
                </a:solidFill>
                <a:latin typeface="Arial"/>
              </a:rPr>
              <a:t> </a:t>
            </a:r>
            <a:r>
              <a:rPr b="0" lang="fr-FR" sz="2400" spc="-12" strike="noStrike">
                <a:solidFill>
                  <a:srgbClr val="292934"/>
                </a:solidFill>
                <a:latin typeface="Arial"/>
              </a:rPr>
              <a:t>Regressor </a:t>
            </a:r>
            <a:r>
              <a:rPr b="0" lang="fr-FR" sz="2400" spc="-1" strike="noStrike">
                <a:solidFill>
                  <a:srgbClr val="292934"/>
                </a:solidFill>
                <a:latin typeface="Arial"/>
              </a:rPr>
              <a:t>(grid</a:t>
            </a:r>
            <a:r>
              <a:rPr b="0" lang="fr-FR" sz="2400" spc="-7" strike="noStrike">
                <a:solidFill>
                  <a:srgbClr val="292934"/>
                </a:solidFill>
                <a:latin typeface="Arial"/>
              </a:rPr>
              <a:t> </a:t>
            </a:r>
            <a:r>
              <a:rPr b="0" lang="fr-FR" sz="2400" spc="-1" strike="noStrike">
                <a:solidFill>
                  <a:srgbClr val="292934"/>
                </a:solidFill>
                <a:latin typeface="Arial"/>
              </a:rPr>
              <a:t>search </a:t>
            </a:r>
            <a:r>
              <a:rPr b="0" lang="fr-FR" sz="2400" spc="-26" strike="noStrike">
                <a:solidFill>
                  <a:srgbClr val="292934"/>
                </a:solidFill>
                <a:latin typeface="Arial"/>
              </a:rPr>
              <a:t>CV)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195120" indent="-182880">
              <a:lnSpc>
                <a:spcPct val="100000"/>
              </a:lnSpc>
              <a:spcBef>
                <a:spcPts val="581"/>
              </a:spcBef>
              <a:buClr>
                <a:srgbClr val="92a199"/>
              </a:buClr>
              <a:buSzPct val="85000"/>
              <a:buFont typeface="Symbol"/>
              <a:buChar char=""/>
              <a:tabLst>
                <a:tab algn="l" pos="195480"/>
              </a:tabLst>
            </a:pPr>
            <a:r>
              <a:rPr b="0" lang="fr-FR" sz="2400" spc="-1" strike="noStrike">
                <a:solidFill>
                  <a:srgbClr val="292934"/>
                </a:solidFill>
                <a:latin typeface="Arial"/>
              </a:rPr>
              <a:t>RMSE</a:t>
            </a:r>
            <a:r>
              <a:rPr b="0" lang="fr-FR" sz="2400" spc="-26" strike="noStrike">
                <a:solidFill>
                  <a:srgbClr val="292934"/>
                </a:solidFill>
                <a:latin typeface="Arial"/>
              </a:rPr>
              <a:t> </a:t>
            </a:r>
            <a:r>
              <a:rPr b="0" lang="fr-FR" sz="2400" spc="-1" strike="noStrike">
                <a:solidFill>
                  <a:srgbClr val="292934"/>
                </a:solidFill>
                <a:latin typeface="Arial"/>
              </a:rPr>
              <a:t>obtenue sur</a:t>
            </a:r>
            <a:r>
              <a:rPr b="0" lang="fr-FR" sz="2400" spc="-12" strike="noStrike">
                <a:solidFill>
                  <a:srgbClr val="292934"/>
                </a:solidFill>
                <a:latin typeface="Arial"/>
              </a:rPr>
              <a:t> </a:t>
            </a:r>
            <a:r>
              <a:rPr b="0" lang="fr-FR" sz="2400" spc="-1" strike="noStrike">
                <a:solidFill>
                  <a:srgbClr val="292934"/>
                </a:solidFill>
                <a:latin typeface="Arial"/>
              </a:rPr>
              <a:t>jeu</a:t>
            </a:r>
            <a:r>
              <a:rPr b="0" lang="fr-FR" sz="2400" spc="-21" strike="noStrike">
                <a:solidFill>
                  <a:srgbClr val="292934"/>
                </a:solidFill>
                <a:latin typeface="Arial"/>
              </a:rPr>
              <a:t> </a:t>
            </a:r>
            <a:r>
              <a:rPr b="0" lang="fr-FR" sz="2400" spc="-1" strike="noStrike">
                <a:solidFill>
                  <a:srgbClr val="292934"/>
                </a:solidFill>
                <a:latin typeface="Arial"/>
              </a:rPr>
              <a:t>de test</a:t>
            </a:r>
            <a:r>
              <a:rPr b="0" lang="fr-FR" sz="2400" spc="-26" strike="noStrike">
                <a:solidFill>
                  <a:srgbClr val="292934"/>
                </a:solidFill>
                <a:latin typeface="Arial"/>
              </a:rPr>
              <a:t> </a:t>
            </a:r>
            <a:r>
              <a:rPr b="0" lang="fr-FR" sz="2400" spc="-1" strike="noStrike">
                <a:solidFill>
                  <a:srgbClr val="292934"/>
                </a:solidFill>
                <a:latin typeface="Arial"/>
              </a:rPr>
              <a:t>:</a:t>
            </a:r>
            <a:r>
              <a:rPr b="0" lang="fr-FR" sz="2400" spc="-26" strike="noStrike">
                <a:solidFill>
                  <a:srgbClr val="292934"/>
                </a:solidFill>
                <a:latin typeface="Arial"/>
              </a:rPr>
              <a:t> 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195120" indent="0">
              <a:lnSpc>
                <a:spcPct val="100000"/>
              </a:lnSpc>
              <a:spcBef>
                <a:spcPts val="581"/>
              </a:spcBef>
              <a:buNone/>
              <a:tabLst>
                <a:tab algn="l" pos="195480"/>
              </a:tabLst>
            </a:pP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marL="195480" indent="-182880">
              <a:lnSpc>
                <a:spcPct val="100000"/>
              </a:lnSpc>
              <a:buClr>
                <a:srgbClr val="92a199"/>
              </a:buClr>
              <a:buSzPct val="85000"/>
              <a:buFont typeface="Arial"/>
              <a:buChar char="•"/>
              <a:tabLst>
                <a:tab algn="l" pos="195480"/>
              </a:tabLst>
            </a:pPr>
            <a:r>
              <a:rPr b="0" lang="fr-FR" sz="2400" spc="-1" strike="noStrike">
                <a:solidFill>
                  <a:srgbClr val="292934"/>
                </a:solidFill>
                <a:latin typeface="Arial"/>
              </a:rPr>
              <a:t>Arbitrage</a:t>
            </a:r>
            <a:r>
              <a:rPr b="0" lang="fr-FR" sz="2400" spc="-7" strike="noStrike">
                <a:solidFill>
                  <a:srgbClr val="292934"/>
                </a:solidFill>
                <a:latin typeface="Arial"/>
              </a:rPr>
              <a:t> </a:t>
            </a:r>
            <a:r>
              <a:rPr b="0" lang="fr-FR" sz="2400" spc="-1" strike="noStrike">
                <a:solidFill>
                  <a:srgbClr val="292934"/>
                </a:solidFill>
                <a:latin typeface="Arial"/>
              </a:rPr>
              <a:t>à</a:t>
            </a:r>
            <a:r>
              <a:rPr b="0" lang="fr-FR" sz="2400" spc="-21" strike="noStrike">
                <a:solidFill>
                  <a:srgbClr val="292934"/>
                </a:solidFill>
                <a:latin typeface="Arial"/>
              </a:rPr>
              <a:t> </a:t>
            </a:r>
            <a:r>
              <a:rPr b="0" lang="fr-FR" sz="2400" spc="-1" strike="noStrike">
                <a:solidFill>
                  <a:srgbClr val="292934"/>
                </a:solidFill>
                <a:latin typeface="Arial"/>
              </a:rPr>
              <a:t>réaliser</a:t>
            </a:r>
            <a:r>
              <a:rPr b="0" lang="fr-FR" sz="2400" spc="7" strike="noStrike">
                <a:solidFill>
                  <a:srgbClr val="292934"/>
                </a:solidFill>
                <a:latin typeface="Arial"/>
              </a:rPr>
              <a:t> </a:t>
            </a:r>
            <a:r>
              <a:rPr b="0" lang="fr-FR" sz="2400" spc="-52" strike="noStrike">
                <a:solidFill>
                  <a:srgbClr val="292934"/>
                </a:solidFill>
                <a:latin typeface="Arial"/>
              </a:rPr>
              <a:t>: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1" marL="469800" indent="-184320">
              <a:lnSpc>
                <a:spcPct val="100000"/>
              </a:lnSpc>
              <a:spcBef>
                <a:spcPts val="485"/>
              </a:spcBef>
              <a:buClr>
                <a:srgbClr val="92a199"/>
              </a:buClr>
              <a:buSzPct val="85000"/>
              <a:buFont typeface="Symbol"/>
              <a:buChar char=""/>
              <a:tabLst>
                <a:tab algn="l" pos="470520"/>
              </a:tabLst>
            </a:pPr>
            <a:r>
              <a:rPr b="0" lang="fr-FR" sz="2000" spc="-1" strike="noStrike">
                <a:solidFill>
                  <a:srgbClr val="292934"/>
                </a:solidFill>
                <a:latin typeface="Arial"/>
              </a:rPr>
              <a:t>fastidieux</a:t>
            </a:r>
            <a:r>
              <a:rPr b="0" lang="fr-FR" sz="2000" spc="-26" strike="noStrike">
                <a:solidFill>
                  <a:srgbClr val="292934"/>
                </a:solidFill>
                <a:latin typeface="Arial"/>
              </a:rPr>
              <a:t> </a:t>
            </a:r>
            <a:r>
              <a:rPr b="0" lang="fr-FR" sz="2000" spc="-1" strike="noStrike">
                <a:solidFill>
                  <a:srgbClr val="292934"/>
                </a:solidFill>
                <a:latin typeface="Arial"/>
              </a:rPr>
              <a:t>à</a:t>
            </a:r>
            <a:r>
              <a:rPr b="0" lang="fr-FR" sz="2000" spc="-7" strike="noStrike">
                <a:solidFill>
                  <a:srgbClr val="292934"/>
                </a:solidFill>
                <a:latin typeface="Arial"/>
              </a:rPr>
              <a:t> </a:t>
            </a:r>
            <a:r>
              <a:rPr b="0" lang="fr-FR" sz="2000" spc="-1" strike="noStrike">
                <a:solidFill>
                  <a:srgbClr val="292934"/>
                </a:solidFill>
                <a:latin typeface="Arial"/>
              </a:rPr>
              <a:t>calculer</a:t>
            </a:r>
            <a:r>
              <a:rPr b="0" lang="fr-FR" sz="2000" spc="-35" strike="noStrike">
                <a:solidFill>
                  <a:srgbClr val="292934"/>
                </a:solidFill>
                <a:latin typeface="Arial"/>
              </a:rPr>
              <a:t> </a:t>
            </a:r>
            <a:r>
              <a:rPr b="0" lang="fr-FR" sz="2000" spc="-1" strike="noStrike">
                <a:solidFill>
                  <a:srgbClr val="292934"/>
                </a:solidFill>
                <a:latin typeface="Arial"/>
              </a:rPr>
              <a:t>/</a:t>
            </a:r>
            <a:r>
              <a:rPr b="0" lang="fr-FR" sz="2000" spc="-12" strike="noStrike">
                <a:solidFill>
                  <a:srgbClr val="292934"/>
                </a:solidFill>
                <a:latin typeface="Arial"/>
              </a:rPr>
              <a:t> complexité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1" marL="469800" indent="-184320">
              <a:lnSpc>
                <a:spcPct val="100000"/>
              </a:lnSpc>
              <a:spcBef>
                <a:spcPts val="479"/>
              </a:spcBef>
              <a:buClr>
                <a:srgbClr val="92a199"/>
              </a:buClr>
              <a:buSzPct val="85000"/>
              <a:buFont typeface="Symbol"/>
              <a:buChar char=""/>
              <a:tabLst>
                <a:tab algn="l" pos="470520"/>
              </a:tabLst>
            </a:pPr>
            <a:r>
              <a:rPr b="0" lang="fr-FR" sz="2000" spc="-1" strike="noStrike">
                <a:solidFill>
                  <a:srgbClr val="292934"/>
                </a:solidFill>
                <a:latin typeface="Arial"/>
              </a:rPr>
              <a:t>améliore</a:t>
            </a:r>
            <a:r>
              <a:rPr b="0" lang="fr-FR" sz="2000" spc="-55" strike="noStrike">
                <a:solidFill>
                  <a:srgbClr val="292934"/>
                </a:solidFill>
                <a:latin typeface="Arial"/>
              </a:rPr>
              <a:t> </a:t>
            </a:r>
            <a:r>
              <a:rPr b="0" lang="fr-FR" sz="2000" spc="-1" strike="noStrike">
                <a:solidFill>
                  <a:srgbClr val="292934"/>
                </a:solidFill>
                <a:latin typeface="Arial"/>
              </a:rPr>
              <a:t>la</a:t>
            </a:r>
            <a:r>
              <a:rPr b="0" lang="fr-FR" sz="2000" spc="-26" strike="noStrike">
                <a:solidFill>
                  <a:srgbClr val="292934"/>
                </a:solidFill>
                <a:latin typeface="Arial"/>
              </a:rPr>
              <a:t> </a:t>
            </a:r>
            <a:r>
              <a:rPr b="0" lang="fr-FR" sz="2000" spc="-1" strike="noStrike">
                <a:solidFill>
                  <a:srgbClr val="292934"/>
                </a:solidFill>
                <a:latin typeface="Arial"/>
              </a:rPr>
              <a:t>performance</a:t>
            </a:r>
            <a:r>
              <a:rPr b="0" lang="fr-FR" sz="2000" spc="-66" strike="noStrike">
                <a:solidFill>
                  <a:srgbClr val="292934"/>
                </a:solidFill>
                <a:latin typeface="Arial"/>
              </a:rPr>
              <a:t> </a:t>
            </a:r>
            <a:r>
              <a:rPr b="0" lang="fr-FR" sz="2000" spc="-12" strike="noStrike">
                <a:solidFill>
                  <a:srgbClr val="292934"/>
                </a:solidFill>
                <a:latin typeface="Arial"/>
              </a:rPr>
              <a:t>faiblement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3" name="object 4"/>
          <p:cNvSpPr/>
          <p:nvPr/>
        </p:nvSpPr>
        <p:spPr>
          <a:xfrm>
            <a:off x="7700040" y="27000"/>
            <a:ext cx="22176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332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b="1" lang="fr-FR" sz="1400" spc="-26" strike="noStrike">
                <a:solidFill>
                  <a:srgbClr val="ffffff"/>
                </a:solidFill>
                <a:latin typeface="Arial"/>
                <a:ea typeface="DejaVu Sans"/>
              </a:rPr>
              <a:t>19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PlaceHolder 1"/>
          <p:cNvSpPr>
            <a:spLocks noGrp="1"/>
          </p:cNvSpPr>
          <p:nvPr>
            <p:ph type="title"/>
          </p:nvPr>
        </p:nvSpPr>
        <p:spPr>
          <a:xfrm>
            <a:off x="536040" y="526320"/>
            <a:ext cx="7740000" cy="965160"/>
          </a:xfrm>
          <a:prstGeom prst="rect">
            <a:avLst/>
          </a:prstGeom>
          <a:noFill/>
          <a:ln w="0">
            <a:noFill/>
          </a:ln>
        </p:spPr>
        <p:txBody>
          <a:bodyPr lIns="0" rIns="0" tIns="12240" bIns="0" anchor="t">
            <a:noAutofit/>
          </a:bodyPr>
          <a:p>
            <a:pPr marL="12600" indent="0">
              <a:lnSpc>
                <a:spcPct val="100000"/>
              </a:lnSpc>
              <a:spcBef>
                <a:spcPts val="96"/>
              </a:spcBef>
              <a:buNone/>
              <a:tabLst>
                <a:tab algn="l" pos="0"/>
              </a:tabLst>
            </a:pPr>
            <a:r>
              <a:rPr b="0" lang="fr-FR" sz="4000" spc="-120" strike="noStrike">
                <a:solidFill>
                  <a:srgbClr val="d2523b"/>
                </a:solidFill>
                <a:latin typeface="Arial"/>
              </a:rPr>
              <a:t>Complément</a:t>
            </a:r>
            <a:r>
              <a:rPr b="0" lang="fr-FR" sz="4000" spc="-151" strike="noStrike">
                <a:solidFill>
                  <a:srgbClr val="d2523b"/>
                </a:solidFill>
                <a:latin typeface="Arial"/>
              </a:rPr>
              <a:t> </a:t>
            </a:r>
            <a:r>
              <a:rPr b="0" lang="fr-FR" sz="4000" spc="-1" strike="noStrike">
                <a:solidFill>
                  <a:srgbClr val="d2523b"/>
                </a:solidFill>
                <a:latin typeface="Arial"/>
              </a:rPr>
              <a:t>:</a:t>
            </a:r>
            <a:r>
              <a:rPr b="0" lang="fr-FR" sz="4000" spc="-182" strike="noStrike">
                <a:solidFill>
                  <a:srgbClr val="d2523b"/>
                </a:solidFill>
                <a:latin typeface="Arial"/>
              </a:rPr>
              <a:t> </a:t>
            </a:r>
            <a:r>
              <a:rPr b="0" lang="fr-FR" sz="4000" spc="-111" strike="noStrike">
                <a:solidFill>
                  <a:srgbClr val="d2523b"/>
                </a:solidFill>
                <a:latin typeface="Arial"/>
              </a:rPr>
              <a:t>Modèle</a:t>
            </a:r>
            <a:r>
              <a:rPr b="0" lang="fr-FR" sz="4000" spc="-151" strike="noStrike">
                <a:solidFill>
                  <a:srgbClr val="d2523b"/>
                </a:solidFill>
                <a:latin typeface="Arial"/>
              </a:rPr>
              <a:t> </a:t>
            </a:r>
            <a:r>
              <a:rPr b="0" lang="fr-FR" sz="4000" spc="-55" strike="noStrike">
                <a:solidFill>
                  <a:srgbClr val="d2523b"/>
                </a:solidFill>
                <a:latin typeface="Arial"/>
              </a:rPr>
              <a:t>d’ensemble</a:t>
            </a:r>
            <a:endParaRPr b="0" lang="fr-FR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" name="object 3"/>
          <p:cNvSpPr/>
          <p:nvPr/>
        </p:nvSpPr>
        <p:spPr>
          <a:xfrm>
            <a:off x="536040" y="1359360"/>
            <a:ext cx="4646880" cy="37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95480" indent="-182880">
              <a:lnSpc>
                <a:spcPct val="100000"/>
              </a:lnSpc>
              <a:spcBef>
                <a:spcPts val="99"/>
              </a:spcBef>
              <a:buClr>
                <a:srgbClr val="92a199"/>
              </a:buClr>
              <a:buSzPct val="85000"/>
              <a:buFont typeface="Symbol"/>
              <a:buChar char=""/>
              <a:tabLst>
                <a:tab algn="l" pos="195480"/>
              </a:tabLst>
            </a:pPr>
            <a:r>
              <a:rPr b="0" lang="fr-FR" sz="2400" spc="-1" strike="noStrike">
                <a:solidFill>
                  <a:srgbClr val="292934"/>
                </a:solidFill>
                <a:latin typeface="Arial"/>
                <a:ea typeface="DejaVu Sans"/>
              </a:rPr>
              <a:t>Entrainement</a:t>
            </a:r>
            <a:r>
              <a:rPr b="0" lang="fr-FR" sz="2400" spc="-26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400" spc="-1" strike="noStrike">
                <a:solidFill>
                  <a:srgbClr val="292934"/>
                </a:solidFill>
                <a:latin typeface="Arial"/>
                <a:ea typeface="DejaVu Sans"/>
              </a:rPr>
              <a:t>d’un</a:t>
            </a:r>
            <a:r>
              <a:rPr b="0" lang="fr-FR" sz="2400" spc="-21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400" spc="-1" strike="noStrike">
                <a:solidFill>
                  <a:srgbClr val="292934"/>
                </a:solidFill>
                <a:latin typeface="Arial"/>
                <a:ea typeface="DejaVu Sans"/>
              </a:rPr>
              <a:t>modèle</a:t>
            </a:r>
            <a:r>
              <a:rPr b="0" lang="fr-FR" sz="2400" spc="-7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0" lang="fr-FR" sz="2400" spc="-12" strike="noStrike">
                <a:solidFill>
                  <a:srgbClr val="292934"/>
                </a:solidFill>
                <a:latin typeface="Arial"/>
                <a:ea typeface="DejaVu Sans"/>
              </a:rPr>
              <a:t>Ridge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6" name="object 4"/>
          <p:cNvSpPr/>
          <p:nvPr/>
        </p:nvSpPr>
        <p:spPr>
          <a:xfrm>
            <a:off x="7700040" y="27000"/>
            <a:ext cx="22176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332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b="1" lang="fr-FR" sz="1400" spc="-26" strike="noStrike">
                <a:solidFill>
                  <a:srgbClr val="ffffff"/>
                </a:solidFill>
                <a:latin typeface="Arial"/>
                <a:ea typeface="DejaVu Sans"/>
              </a:rPr>
              <a:t>20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337" name="object 5"/>
          <p:cNvGrpSpPr/>
          <p:nvPr/>
        </p:nvGrpSpPr>
        <p:grpSpPr>
          <a:xfrm>
            <a:off x="5990040" y="3270600"/>
            <a:ext cx="512640" cy="885240"/>
            <a:chOff x="5990040" y="3270600"/>
            <a:chExt cx="512640" cy="885240"/>
          </a:xfrm>
        </p:grpSpPr>
        <p:pic>
          <p:nvPicPr>
            <p:cNvPr id="338" name="object 6" descr=""/>
            <p:cNvPicPr/>
            <p:nvPr/>
          </p:nvPicPr>
          <p:blipFill>
            <a:blip r:embed="rId1"/>
            <a:stretch/>
          </p:blipFill>
          <p:spPr>
            <a:xfrm>
              <a:off x="6305760" y="3613320"/>
              <a:ext cx="196920" cy="19692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339" name="object 7" descr=""/>
            <p:cNvPicPr/>
            <p:nvPr/>
          </p:nvPicPr>
          <p:blipFill>
            <a:blip r:embed="rId2"/>
            <a:stretch/>
          </p:blipFill>
          <p:spPr>
            <a:xfrm>
              <a:off x="5990040" y="3613320"/>
              <a:ext cx="196920" cy="19692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340" name="object 8"/>
            <p:cNvSpPr/>
            <p:nvPr/>
          </p:nvSpPr>
          <p:spPr>
            <a:xfrm>
              <a:off x="6037920" y="3270600"/>
              <a:ext cx="171000" cy="171000"/>
            </a:xfrm>
            <a:custGeom>
              <a:avLst/>
              <a:gdLst>
                <a:gd name="textAreaLeft" fmla="*/ 0 w 171000"/>
                <a:gd name="textAreaRight" fmla="*/ 172800 w 171000"/>
                <a:gd name="textAreaTop" fmla="*/ 0 h 171000"/>
                <a:gd name="textAreaBottom" fmla="*/ 172800 h 171000"/>
              </a:gdLst>
              <a:ahLst/>
              <a:rect l="textAreaLeft" t="textAreaTop" r="textAreaRight" b="textAreaBottom"/>
              <a:pathLst>
                <a:path w="172720" h="172720">
                  <a:moveTo>
                    <a:pt x="86233" y="0"/>
                  </a:moveTo>
                  <a:lnTo>
                    <a:pt x="52667" y="6796"/>
                  </a:lnTo>
                  <a:lnTo>
                    <a:pt x="25257" y="25320"/>
                  </a:lnTo>
                  <a:lnTo>
                    <a:pt x="6776" y="52774"/>
                  </a:lnTo>
                  <a:lnTo>
                    <a:pt x="0" y="86360"/>
                  </a:lnTo>
                  <a:lnTo>
                    <a:pt x="6776" y="119925"/>
                  </a:lnTo>
                  <a:lnTo>
                    <a:pt x="25257" y="147335"/>
                  </a:lnTo>
                  <a:lnTo>
                    <a:pt x="52667" y="165816"/>
                  </a:lnTo>
                  <a:lnTo>
                    <a:pt x="86233" y="172593"/>
                  </a:lnTo>
                  <a:lnTo>
                    <a:pt x="119872" y="165816"/>
                  </a:lnTo>
                  <a:lnTo>
                    <a:pt x="147319" y="147335"/>
                  </a:lnTo>
                  <a:lnTo>
                    <a:pt x="165814" y="119925"/>
                  </a:lnTo>
                  <a:lnTo>
                    <a:pt x="172592" y="86360"/>
                  </a:lnTo>
                  <a:lnTo>
                    <a:pt x="165814" y="52774"/>
                  </a:lnTo>
                  <a:lnTo>
                    <a:pt x="147320" y="25320"/>
                  </a:lnTo>
                  <a:lnTo>
                    <a:pt x="119872" y="6796"/>
                  </a:lnTo>
                  <a:lnTo>
                    <a:pt x="86233" y="0"/>
                  </a:lnTo>
                  <a:close/>
                </a:path>
              </a:pathLst>
            </a:custGeom>
            <a:solidFill>
              <a:srgbClr val="92a19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</a:pPr>
              <a:endParaRPr b="0" lang="fr-FR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sp>
          <p:nvSpPr>
            <p:cNvPr id="341" name="object 9"/>
            <p:cNvSpPr/>
            <p:nvPr/>
          </p:nvSpPr>
          <p:spPr>
            <a:xfrm>
              <a:off x="6037920" y="3270600"/>
              <a:ext cx="171000" cy="171000"/>
            </a:xfrm>
            <a:custGeom>
              <a:avLst/>
              <a:gdLst>
                <a:gd name="textAreaLeft" fmla="*/ 0 w 171000"/>
                <a:gd name="textAreaRight" fmla="*/ 172800 w 171000"/>
                <a:gd name="textAreaTop" fmla="*/ 0 h 171000"/>
                <a:gd name="textAreaBottom" fmla="*/ 172800 h 171000"/>
              </a:gdLst>
              <a:ahLst/>
              <a:rect l="textAreaLeft" t="textAreaTop" r="textAreaRight" b="textAreaBottom"/>
              <a:pathLst>
                <a:path w="172720" h="172720">
                  <a:moveTo>
                    <a:pt x="0" y="86360"/>
                  </a:moveTo>
                  <a:lnTo>
                    <a:pt x="6776" y="52774"/>
                  </a:lnTo>
                  <a:lnTo>
                    <a:pt x="25257" y="25320"/>
                  </a:lnTo>
                  <a:lnTo>
                    <a:pt x="52667" y="6796"/>
                  </a:lnTo>
                  <a:lnTo>
                    <a:pt x="86233" y="0"/>
                  </a:lnTo>
                  <a:lnTo>
                    <a:pt x="119872" y="6796"/>
                  </a:lnTo>
                  <a:lnTo>
                    <a:pt x="147320" y="25320"/>
                  </a:lnTo>
                  <a:lnTo>
                    <a:pt x="165814" y="52774"/>
                  </a:lnTo>
                  <a:lnTo>
                    <a:pt x="172592" y="86360"/>
                  </a:lnTo>
                  <a:lnTo>
                    <a:pt x="165814" y="119925"/>
                  </a:lnTo>
                  <a:lnTo>
                    <a:pt x="147319" y="147335"/>
                  </a:lnTo>
                  <a:lnTo>
                    <a:pt x="119872" y="165816"/>
                  </a:lnTo>
                  <a:lnTo>
                    <a:pt x="86233" y="172593"/>
                  </a:lnTo>
                  <a:lnTo>
                    <a:pt x="52667" y="165816"/>
                  </a:lnTo>
                  <a:lnTo>
                    <a:pt x="25257" y="147335"/>
                  </a:lnTo>
                  <a:lnTo>
                    <a:pt x="6776" y="119925"/>
                  </a:lnTo>
                  <a:lnTo>
                    <a:pt x="0" y="86360"/>
                  </a:lnTo>
                  <a:close/>
                </a:path>
              </a:pathLst>
            </a:custGeom>
            <a:noFill/>
            <a:ln w="26424">
              <a:solidFill>
                <a:srgbClr val="92a19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</a:pPr>
              <a:endParaRPr b="0" lang="fr-FR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sp>
          <p:nvSpPr>
            <p:cNvPr id="342" name="object 10"/>
            <p:cNvSpPr/>
            <p:nvPr/>
          </p:nvSpPr>
          <p:spPr>
            <a:xfrm>
              <a:off x="6192360" y="3425400"/>
              <a:ext cx="171000" cy="171000"/>
            </a:xfrm>
            <a:custGeom>
              <a:avLst/>
              <a:gdLst>
                <a:gd name="textAreaLeft" fmla="*/ 0 w 171000"/>
                <a:gd name="textAreaRight" fmla="*/ 172800 w 171000"/>
                <a:gd name="textAreaTop" fmla="*/ 0 h 171000"/>
                <a:gd name="textAreaBottom" fmla="*/ 172800 h 171000"/>
              </a:gdLst>
              <a:ahLst/>
              <a:rect l="textAreaLeft" t="textAreaTop" r="textAreaRight" b="textAreaBottom"/>
              <a:pathLst>
                <a:path w="172720" h="172720">
                  <a:moveTo>
                    <a:pt x="86233" y="0"/>
                  </a:moveTo>
                  <a:lnTo>
                    <a:pt x="52667" y="6776"/>
                  </a:lnTo>
                  <a:lnTo>
                    <a:pt x="25257" y="25257"/>
                  </a:lnTo>
                  <a:lnTo>
                    <a:pt x="6776" y="52667"/>
                  </a:lnTo>
                  <a:lnTo>
                    <a:pt x="0" y="86232"/>
                  </a:lnTo>
                  <a:lnTo>
                    <a:pt x="6776" y="119798"/>
                  </a:lnTo>
                  <a:lnTo>
                    <a:pt x="25257" y="147208"/>
                  </a:lnTo>
                  <a:lnTo>
                    <a:pt x="52667" y="165689"/>
                  </a:lnTo>
                  <a:lnTo>
                    <a:pt x="86233" y="172465"/>
                  </a:lnTo>
                  <a:lnTo>
                    <a:pt x="119798" y="165689"/>
                  </a:lnTo>
                  <a:lnTo>
                    <a:pt x="147208" y="147208"/>
                  </a:lnTo>
                  <a:lnTo>
                    <a:pt x="165689" y="119798"/>
                  </a:lnTo>
                  <a:lnTo>
                    <a:pt x="172466" y="86232"/>
                  </a:lnTo>
                  <a:lnTo>
                    <a:pt x="165689" y="52667"/>
                  </a:lnTo>
                  <a:lnTo>
                    <a:pt x="147208" y="25257"/>
                  </a:lnTo>
                  <a:lnTo>
                    <a:pt x="119798" y="6776"/>
                  </a:lnTo>
                  <a:lnTo>
                    <a:pt x="86233" y="0"/>
                  </a:lnTo>
                  <a:close/>
                </a:path>
              </a:pathLst>
            </a:custGeom>
            <a:solidFill>
              <a:srgbClr val="92a19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</a:pPr>
              <a:endParaRPr b="0" lang="fr-FR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sp>
          <p:nvSpPr>
            <p:cNvPr id="343" name="object 11"/>
            <p:cNvSpPr/>
            <p:nvPr/>
          </p:nvSpPr>
          <p:spPr>
            <a:xfrm>
              <a:off x="6192360" y="3425400"/>
              <a:ext cx="171000" cy="171000"/>
            </a:xfrm>
            <a:custGeom>
              <a:avLst/>
              <a:gdLst>
                <a:gd name="textAreaLeft" fmla="*/ 0 w 171000"/>
                <a:gd name="textAreaRight" fmla="*/ 172800 w 171000"/>
                <a:gd name="textAreaTop" fmla="*/ 0 h 171000"/>
                <a:gd name="textAreaBottom" fmla="*/ 172800 h 171000"/>
              </a:gdLst>
              <a:ahLst/>
              <a:rect l="textAreaLeft" t="textAreaTop" r="textAreaRight" b="textAreaBottom"/>
              <a:pathLst>
                <a:path w="172720" h="172720">
                  <a:moveTo>
                    <a:pt x="0" y="86232"/>
                  </a:moveTo>
                  <a:lnTo>
                    <a:pt x="6776" y="52667"/>
                  </a:lnTo>
                  <a:lnTo>
                    <a:pt x="25257" y="25257"/>
                  </a:lnTo>
                  <a:lnTo>
                    <a:pt x="52667" y="6776"/>
                  </a:lnTo>
                  <a:lnTo>
                    <a:pt x="86233" y="0"/>
                  </a:lnTo>
                  <a:lnTo>
                    <a:pt x="119798" y="6776"/>
                  </a:lnTo>
                  <a:lnTo>
                    <a:pt x="147208" y="25257"/>
                  </a:lnTo>
                  <a:lnTo>
                    <a:pt x="165689" y="52667"/>
                  </a:lnTo>
                  <a:lnTo>
                    <a:pt x="172466" y="86232"/>
                  </a:lnTo>
                  <a:lnTo>
                    <a:pt x="165689" y="119798"/>
                  </a:lnTo>
                  <a:lnTo>
                    <a:pt x="147208" y="147208"/>
                  </a:lnTo>
                  <a:lnTo>
                    <a:pt x="119798" y="165689"/>
                  </a:lnTo>
                  <a:lnTo>
                    <a:pt x="86233" y="172465"/>
                  </a:lnTo>
                  <a:lnTo>
                    <a:pt x="52667" y="165689"/>
                  </a:lnTo>
                  <a:lnTo>
                    <a:pt x="25257" y="147208"/>
                  </a:lnTo>
                  <a:lnTo>
                    <a:pt x="6776" y="119798"/>
                  </a:lnTo>
                  <a:lnTo>
                    <a:pt x="0" y="86232"/>
                  </a:lnTo>
                  <a:close/>
                </a:path>
              </a:pathLst>
            </a:custGeom>
            <a:noFill/>
            <a:ln w="26424">
              <a:solidFill>
                <a:srgbClr val="92a19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</a:pPr>
              <a:endParaRPr b="0" lang="fr-FR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sp>
          <p:nvSpPr>
            <p:cNvPr id="344" name="object 12"/>
            <p:cNvSpPr/>
            <p:nvPr/>
          </p:nvSpPr>
          <p:spPr>
            <a:xfrm>
              <a:off x="6037920" y="3984840"/>
              <a:ext cx="171000" cy="171000"/>
            </a:xfrm>
            <a:custGeom>
              <a:avLst/>
              <a:gdLst>
                <a:gd name="textAreaLeft" fmla="*/ 0 w 171000"/>
                <a:gd name="textAreaRight" fmla="*/ 172800 w 171000"/>
                <a:gd name="textAreaTop" fmla="*/ 0 h 171000"/>
                <a:gd name="textAreaBottom" fmla="*/ 172800 h 171000"/>
              </a:gdLst>
              <a:ahLst/>
              <a:rect l="textAreaLeft" t="textAreaTop" r="textAreaRight" b="textAreaBottom"/>
              <a:pathLst>
                <a:path w="172720" h="172720">
                  <a:moveTo>
                    <a:pt x="86233" y="0"/>
                  </a:moveTo>
                  <a:lnTo>
                    <a:pt x="52667" y="6796"/>
                  </a:lnTo>
                  <a:lnTo>
                    <a:pt x="25257" y="25320"/>
                  </a:lnTo>
                  <a:lnTo>
                    <a:pt x="6776" y="52774"/>
                  </a:lnTo>
                  <a:lnTo>
                    <a:pt x="0" y="86360"/>
                  </a:lnTo>
                  <a:lnTo>
                    <a:pt x="6776" y="119925"/>
                  </a:lnTo>
                  <a:lnTo>
                    <a:pt x="25257" y="147335"/>
                  </a:lnTo>
                  <a:lnTo>
                    <a:pt x="52667" y="165816"/>
                  </a:lnTo>
                  <a:lnTo>
                    <a:pt x="86233" y="172593"/>
                  </a:lnTo>
                  <a:lnTo>
                    <a:pt x="119872" y="165816"/>
                  </a:lnTo>
                  <a:lnTo>
                    <a:pt x="147319" y="147335"/>
                  </a:lnTo>
                  <a:lnTo>
                    <a:pt x="165814" y="119925"/>
                  </a:lnTo>
                  <a:lnTo>
                    <a:pt x="172592" y="86360"/>
                  </a:lnTo>
                  <a:lnTo>
                    <a:pt x="165814" y="52774"/>
                  </a:lnTo>
                  <a:lnTo>
                    <a:pt x="147320" y="25320"/>
                  </a:lnTo>
                  <a:lnTo>
                    <a:pt x="119872" y="6796"/>
                  </a:lnTo>
                  <a:lnTo>
                    <a:pt x="86233" y="0"/>
                  </a:lnTo>
                  <a:close/>
                </a:path>
              </a:pathLst>
            </a:custGeom>
            <a:solidFill>
              <a:srgbClr val="92a19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</a:pPr>
              <a:endParaRPr b="0" lang="fr-FR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sp>
          <p:nvSpPr>
            <p:cNvPr id="345" name="object 13"/>
            <p:cNvSpPr/>
            <p:nvPr/>
          </p:nvSpPr>
          <p:spPr>
            <a:xfrm>
              <a:off x="6037920" y="3984840"/>
              <a:ext cx="171000" cy="171000"/>
            </a:xfrm>
            <a:custGeom>
              <a:avLst/>
              <a:gdLst>
                <a:gd name="textAreaLeft" fmla="*/ 0 w 171000"/>
                <a:gd name="textAreaRight" fmla="*/ 172800 w 171000"/>
                <a:gd name="textAreaTop" fmla="*/ 0 h 171000"/>
                <a:gd name="textAreaBottom" fmla="*/ 172800 h 171000"/>
              </a:gdLst>
              <a:ahLst/>
              <a:rect l="textAreaLeft" t="textAreaTop" r="textAreaRight" b="textAreaBottom"/>
              <a:pathLst>
                <a:path w="172720" h="172720">
                  <a:moveTo>
                    <a:pt x="0" y="86360"/>
                  </a:moveTo>
                  <a:lnTo>
                    <a:pt x="6776" y="52774"/>
                  </a:lnTo>
                  <a:lnTo>
                    <a:pt x="25257" y="25320"/>
                  </a:lnTo>
                  <a:lnTo>
                    <a:pt x="52667" y="6796"/>
                  </a:lnTo>
                  <a:lnTo>
                    <a:pt x="86233" y="0"/>
                  </a:lnTo>
                  <a:lnTo>
                    <a:pt x="119872" y="6796"/>
                  </a:lnTo>
                  <a:lnTo>
                    <a:pt x="147320" y="25320"/>
                  </a:lnTo>
                  <a:lnTo>
                    <a:pt x="165814" y="52774"/>
                  </a:lnTo>
                  <a:lnTo>
                    <a:pt x="172592" y="86360"/>
                  </a:lnTo>
                  <a:lnTo>
                    <a:pt x="165814" y="119925"/>
                  </a:lnTo>
                  <a:lnTo>
                    <a:pt x="147319" y="147335"/>
                  </a:lnTo>
                  <a:lnTo>
                    <a:pt x="119872" y="165816"/>
                  </a:lnTo>
                  <a:lnTo>
                    <a:pt x="86233" y="172593"/>
                  </a:lnTo>
                  <a:lnTo>
                    <a:pt x="52667" y="165816"/>
                  </a:lnTo>
                  <a:lnTo>
                    <a:pt x="25257" y="147335"/>
                  </a:lnTo>
                  <a:lnTo>
                    <a:pt x="6776" y="119925"/>
                  </a:lnTo>
                  <a:lnTo>
                    <a:pt x="0" y="86360"/>
                  </a:lnTo>
                  <a:close/>
                </a:path>
              </a:pathLst>
            </a:custGeom>
            <a:noFill/>
            <a:ln w="26424">
              <a:solidFill>
                <a:srgbClr val="92a19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</a:pPr>
              <a:endParaRPr b="0" lang="fr-FR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sp>
          <p:nvSpPr>
            <p:cNvPr id="346" name="object 14"/>
            <p:cNvSpPr/>
            <p:nvPr/>
          </p:nvSpPr>
          <p:spPr>
            <a:xfrm>
              <a:off x="6202080" y="3831120"/>
              <a:ext cx="171000" cy="171000"/>
            </a:xfrm>
            <a:custGeom>
              <a:avLst/>
              <a:gdLst>
                <a:gd name="textAreaLeft" fmla="*/ 0 w 171000"/>
                <a:gd name="textAreaRight" fmla="*/ 172800 w 171000"/>
                <a:gd name="textAreaTop" fmla="*/ 0 h 171000"/>
                <a:gd name="textAreaBottom" fmla="*/ 172800 h 171000"/>
              </a:gdLst>
              <a:ahLst/>
              <a:rect l="textAreaLeft" t="textAreaTop" r="textAreaRight" b="textAreaBottom"/>
              <a:pathLst>
                <a:path w="172720" h="172720">
                  <a:moveTo>
                    <a:pt x="86360" y="0"/>
                  </a:moveTo>
                  <a:lnTo>
                    <a:pt x="52774" y="6776"/>
                  </a:lnTo>
                  <a:lnTo>
                    <a:pt x="25320" y="25257"/>
                  </a:lnTo>
                  <a:lnTo>
                    <a:pt x="6796" y="52667"/>
                  </a:lnTo>
                  <a:lnTo>
                    <a:pt x="0" y="86233"/>
                  </a:lnTo>
                  <a:lnTo>
                    <a:pt x="6796" y="119798"/>
                  </a:lnTo>
                  <a:lnTo>
                    <a:pt x="25320" y="147208"/>
                  </a:lnTo>
                  <a:lnTo>
                    <a:pt x="52774" y="165689"/>
                  </a:lnTo>
                  <a:lnTo>
                    <a:pt x="86360" y="172466"/>
                  </a:lnTo>
                  <a:lnTo>
                    <a:pt x="119925" y="165689"/>
                  </a:lnTo>
                  <a:lnTo>
                    <a:pt x="147335" y="147208"/>
                  </a:lnTo>
                  <a:lnTo>
                    <a:pt x="165816" y="119798"/>
                  </a:lnTo>
                  <a:lnTo>
                    <a:pt x="172593" y="86233"/>
                  </a:lnTo>
                  <a:lnTo>
                    <a:pt x="165816" y="52667"/>
                  </a:lnTo>
                  <a:lnTo>
                    <a:pt x="147335" y="25257"/>
                  </a:lnTo>
                  <a:lnTo>
                    <a:pt x="119925" y="6776"/>
                  </a:lnTo>
                  <a:lnTo>
                    <a:pt x="86360" y="0"/>
                  </a:lnTo>
                  <a:close/>
                </a:path>
              </a:pathLst>
            </a:custGeom>
            <a:solidFill>
              <a:srgbClr val="92a19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</a:pPr>
              <a:endParaRPr b="0" lang="fr-FR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sp>
          <p:nvSpPr>
            <p:cNvPr id="347" name="object 15"/>
            <p:cNvSpPr/>
            <p:nvPr/>
          </p:nvSpPr>
          <p:spPr>
            <a:xfrm>
              <a:off x="6202080" y="3831120"/>
              <a:ext cx="171000" cy="171000"/>
            </a:xfrm>
            <a:custGeom>
              <a:avLst/>
              <a:gdLst>
                <a:gd name="textAreaLeft" fmla="*/ 0 w 171000"/>
                <a:gd name="textAreaRight" fmla="*/ 172800 w 171000"/>
                <a:gd name="textAreaTop" fmla="*/ 0 h 171000"/>
                <a:gd name="textAreaBottom" fmla="*/ 172800 h 171000"/>
              </a:gdLst>
              <a:ahLst/>
              <a:rect l="textAreaLeft" t="textAreaTop" r="textAreaRight" b="textAreaBottom"/>
              <a:pathLst>
                <a:path w="172720" h="172720">
                  <a:moveTo>
                    <a:pt x="0" y="86233"/>
                  </a:moveTo>
                  <a:lnTo>
                    <a:pt x="6796" y="52667"/>
                  </a:lnTo>
                  <a:lnTo>
                    <a:pt x="25320" y="25257"/>
                  </a:lnTo>
                  <a:lnTo>
                    <a:pt x="52774" y="6776"/>
                  </a:lnTo>
                  <a:lnTo>
                    <a:pt x="86360" y="0"/>
                  </a:lnTo>
                  <a:lnTo>
                    <a:pt x="119925" y="6776"/>
                  </a:lnTo>
                  <a:lnTo>
                    <a:pt x="147335" y="25257"/>
                  </a:lnTo>
                  <a:lnTo>
                    <a:pt x="165816" y="52667"/>
                  </a:lnTo>
                  <a:lnTo>
                    <a:pt x="172593" y="86233"/>
                  </a:lnTo>
                  <a:lnTo>
                    <a:pt x="165816" y="119798"/>
                  </a:lnTo>
                  <a:lnTo>
                    <a:pt x="147335" y="147208"/>
                  </a:lnTo>
                  <a:lnTo>
                    <a:pt x="119925" y="165689"/>
                  </a:lnTo>
                  <a:lnTo>
                    <a:pt x="86360" y="172466"/>
                  </a:lnTo>
                  <a:lnTo>
                    <a:pt x="52774" y="165689"/>
                  </a:lnTo>
                  <a:lnTo>
                    <a:pt x="25320" y="147208"/>
                  </a:lnTo>
                  <a:lnTo>
                    <a:pt x="6796" y="119798"/>
                  </a:lnTo>
                  <a:lnTo>
                    <a:pt x="0" y="86233"/>
                  </a:lnTo>
                  <a:close/>
                </a:path>
              </a:pathLst>
            </a:custGeom>
            <a:noFill/>
            <a:ln w="26424">
              <a:solidFill>
                <a:srgbClr val="92a19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</a:pPr>
              <a:endParaRPr b="0" lang="fr-FR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</p:grpSp>
      <p:pic>
        <p:nvPicPr>
          <p:cNvPr id="348" name="object 16" descr=""/>
          <p:cNvPicPr/>
          <p:nvPr/>
        </p:nvPicPr>
        <p:blipFill>
          <a:blip r:embed="rId3"/>
          <a:stretch/>
        </p:blipFill>
        <p:spPr>
          <a:xfrm>
            <a:off x="5675040" y="3613320"/>
            <a:ext cx="196920" cy="196920"/>
          </a:xfrm>
          <a:prstGeom prst="rect">
            <a:avLst/>
          </a:prstGeom>
          <a:ln w="0">
            <a:noFill/>
          </a:ln>
        </p:spPr>
      </p:pic>
      <p:pic>
        <p:nvPicPr>
          <p:cNvPr id="349" name="object 17" descr=""/>
          <p:cNvPicPr/>
          <p:nvPr/>
        </p:nvPicPr>
        <p:blipFill>
          <a:blip r:embed="rId4"/>
          <a:stretch/>
        </p:blipFill>
        <p:spPr>
          <a:xfrm>
            <a:off x="5359320" y="3613320"/>
            <a:ext cx="196920" cy="196920"/>
          </a:xfrm>
          <a:prstGeom prst="rect">
            <a:avLst/>
          </a:prstGeom>
          <a:ln w="0">
            <a:noFill/>
          </a:ln>
        </p:spPr>
      </p:pic>
      <p:pic>
        <p:nvPicPr>
          <p:cNvPr id="350" name="object 18" descr=""/>
          <p:cNvPicPr/>
          <p:nvPr/>
        </p:nvPicPr>
        <p:blipFill>
          <a:blip r:embed="rId5"/>
          <a:stretch/>
        </p:blipFill>
        <p:spPr>
          <a:xfrm>
            <a:off x="5043240" y="3613320"/>
            <a:ext cx="197280" cy="196920"/>
          </a:xfrm>
          <a:prstGeom prst="rect">
            <a:avLst/>
          </a:prstGeom>
          <a:ln w="0">
            <a:noFill/>
          </a:ln>
        </p:spPr>
      </p:pic>
      <p:grpSp>
        <p:nvGrpSpPr>
          <p:cNvPr id="351" name="object 19"/>
          <p:cNvGrpSpPr/>
          <p:nvPr/>
        </p:nvGrpSpPr>
        <p:grpSpPr>
          <a:xfrm>
            <a:off x="4568760" y="3540240"/>
            <a:ext cx="343800" cy="343080"/>
            <a:chOff x="4568760" y="3540240"/>
            <a:chExt cx="343800" cy="343080"/>
          </a:xfrm>
        </p:grpSpPr>
        <p:sp>
          <p:nvSpPr>
            <p:cNvPr id="352" name="object 20"/>
            <p:cNvSpPr/>
            <p:nvPr/>
          </p:nvSpPr>
          <p:spPr>
            <a:xfrm>
              <a:off x="4568760" y="3540240"/>
              <a:ext cx="343800" cy="343080"/>
            </a:xfrm>
            <a:custGeom>
              <a:avLst/>
              <a:gdLst>
                <a:gd name="textAreaLeft" fmla="*/ 0 w 343800"/>
                <a:gd name="textAreaRight" fmla="*/ 345600 w 343800"/>
                <a:gd name="textAreaTop" fmla="*/ 0 h 343080"/>
                <a:gd name="textAreaBottom" fmla="*/ 344880 h 343080"/>
              </a:gdLst>
              <a:ahLst/>
              <a:rect l="textAreaLeft" t="textAreaTop" r="textAreaRight" b="textAreaBottom"/>
              <a:pathLst>
                <a:path w="345439" h="344804">
                  <a:moveTo>
                    <a:pt x="172592" y="0"/>
                  </a:moveTo>
                  <a:lnTo>
                    <a:pt x="126691" y="6151"/>
                  </a:lnTo>
                  <a:lnTo>
                    <a:pt x="85456" y="23513"/>
                  </a:lnTo>
                  <a:lnTo>
                    <a:pt x="50530" y="50450"/>
                  </a:lnTo>
                  <a:lnTo>
                    <a:pt x="23551" y="85325"/>
                  </a:lnTo>
                  <a:lnTo>
                    <a:pt x="6161" y="126500"/>
                  </a:lnTo>
                  <a:lnTo>
                    <a:pt x="0" y="172339"/>
                  </a:lnTo>
                  <a:lnTo>
                    <a:pt x="6161" y="218133"/>
                  </a:lnTo>
                  <a:lnTo>
                    <a:pt x="23551" y="259296"/>
                  </a:lnTo>
                  <a:lnTo>
                    <a:pt x="50530" y="294179"/>
                  </a:lnTo>
                  <a:lnTo>
                    <a:pt x="85456" y="321135"/>
                  </a:lnTo>
                  <a:lnTo>
                    <a:pt x="126691" y="338517"/>
                  </a:lnTo>
                  <a:lnTo>
                    <a:pt x="172592" y="344678"/>
                  </a:lnTo>
                  <a:lnTo>
                    <a:pt x="218441" y="338517"/>
                  </a:lnTo>
                  <a:lnTo>
                    <a:pt x="259639" y="321135"/>
                  </a:lnTo>
                  <a:lnTo>
                    <a:pt x="294544" y="294179"/>
                  </a:lnTo>
                  <a:lnTo>
                    <a:pt x="321512" y="259296"/>
                  </a:lnTo>
                  <a:lnTo>
                    <a:pt x="338898" y="218133"/>
                  </a:lnTo>
                  <a:lnTo>
                    <a:pt x="345059" y="172339"/>
                  </a:lnTo>
                  <a:lnTo>
                    <a:pt x="338898" y="126500"/>
                  </a:lnTo>
                  <a:lnTo>
                    <a:pt x="321512" y="85325"/>
                  </a:lnTo>
                  <a:lnTo>
                    <a:pt x="294544" y="50450"/>
                  </a:lnTo>
                  <a:lnTo>
                    <a:pt x="259639" y="23513"/>
                  </a:lnTo>
                  <a:lnTo>
                    <a:pt x="218441" y="6151"/>
                  </a:lnTo>
                  <a:lnTo>
                    <a:pt x="172592" y="0"/>
                  </a:lnTo>
                  <a:close/>
                </a:path>
              </a:pathLst>
            </a:custGeom>
            <a:solidFill>
              <a:srgbClr val="92a19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</a:pPr>
              <a:endParaRPr b="0" lang="fr-FR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sp>
          <p:nvSpPr>
            <p:cNvPr id="353" name="object 21"/>
            <p:cNvSpPr/>
            <p:nvPr/>
          </p:nvSpPr>
          <p:spPr>
            <a:xfrm>
              <a:off x="4568760" y="3540240"/>
              <a:ext cx="343800" cy="343080"/>
            </a:xfrm>
            <a:custGeom>
              <a:avLst/>
              <a:gdLst>
                <a:gd name="textAreaLeft" fmla="*/ 0 w 343800"/>
                <a:gd name="textAreaRight" fmla="*/ 345600 w 343800"/>
                <a:gd name="textAreaTop" fmla="*/ 0 h 343080"/>
                <a:gd name="textAreaBottom" fmla="*/ 344880 h 343080"/>
              </a:gdLst>
              <a:ahLst/>
              <a:rect l="textAreaLeft" t="textAreaTop" r="textAreaRight" b="textAreaBottom"/>
              <a:pathLst>
                <a:path w="345439" h="344804">
                  <a:moveTo>
                    <a:pt x="0" y="172339"/>
                  </a:moveTo>
                  <a:lnTo>
                    <a:pt x="6161" y="126500"/>
                  </a:lnTo>
                  <a:lnTo>
                    <a:pt x="23551" y="85325"/>
                  </a:lnTo>
                  <a:lnTo>
                    <a:pt x="50530" y="50450"/>
                  </a:lnTo>
                  <a:lnTo>
                    <a:pt x="85456" y="23513"/>
                  </a:lnTo>
                  <a:lnTo>
                    <a:pt x="126691" y="6151"/>
                  </a:lnTo>
                  <a:lnTo>
                    <a:pt x="172592" y="0"/>
                  </a:lnTo>
                  <a:lnTo>
                    <a:pt x="218441" y="6151"/>
                  </a:lnTo>
                  <a:lnTo>
                    <a:pt x="259639" y="23513"/>
                  </a:lnTo>
                  <a:lnTo>
                    <a:pt x="294544" y="50450"/>
                  </a:lnTo>
                  <a:lnTo>
                    <a:pt x="321512" y="85325"/>
                  </a:lnTo>
                  <a:lnTo>
                    <a:pt x="338898" y="126500"/>
                  </a:lnTo>
                  <a:lnTo>
                    <a:pt x="345059" y="172339"/>
                  </a:lnTo>
                  <a:lnTo>
                    <a:pt x="338898" y="218133"/>
                  </a:lnTo>
                  <a:lnTo>
                    <a:pt x="321512" y="259296"/>
                  </a:lnTo>
                  <a:lnTo>
                    <a:pt x="294544" y="294179"/>
                  </a:lnTo>
                  <a:lnTo>
                    <a:pt x="259639" y="321135"/>
                  </a:lnTo>
                  <a:lnTo>
                    <a:pt x="218441" y="338517"/>
                  </a:lnTo>
                  <a:lnTo>
                    <a:pt x="172592" y="344678"/>
                  </a:lnTo>
                  <a:lnTo>
                    <a:pt x="126691" y="338517"/>
                  </a:lnTo>
                  <a:lnTo>
                    <a:pt x="85456" y="321135"/>
                  </a:lnTo>
                  <a:lnTo>
                    <a:pt x="50530" y="294179"/>
                  </a:lnTo>
                  <a:lnTo>
                    <a:pt x="23551" y="259296"/>
                  </a:lnTo>
                  <a:lnTo>
                    <a:pt x="6161" y="218133"/>
                  </a:lnTo>
                  <a:lnTo>
                    <a:pt x="0" y="172339"/>
                  </a:lnTo>
                  <a:close/>
                </a:path>
              </a:pathLst>
            </a:custGeom>
            <a:noFill/>
            <a:ln w="26424">
              <a:solidFill>
                <a:srgbClr val="92a19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</a:pPr>
              <a:endParaRPr b="0" lang="fr-FR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</p:grpSp>
      <p:grpSp>
        <p:nvGrpSpPr>
          <p:cNvPr id="354" name="object 22"/>
          <p:cNvGrpSpPr/>
          <p:nvPr/>
        </p:nvGrpSpPr>
        <p:grpSpPr>
          <a:xfrm>
            <a:off x="2694240" y="2837160"/>
            <a:ext cx="1743120" cy="1743120"/>
            <a:chOff x="2694240" y="2837160"/>
            <a:chExt cx="1743120" cy="1743120"/>
          </a:xfrm>
        </p:grpSpPr>
        <p:sp>
          <p:nvSpPr>
            <p:cNvPr id="355" name="object 23"/>
            <p:cNvSpPr/>
            <p:nvPr/>
          </p:nvSpPr>
          <p:spPr>
            <a:xfrm>
              <a:off x="2694240" y="2837160"/>
              <a:ext cx="1743120" cy="1743120"/>
            </a:xfrm>
            <a:custGeom>
              <a:avLst/>
              <a:gdLst>
                <a:gd name="textAreaLeft" fmla="*/ 0 w 1743120"/>
                <a:gd name="textAreaRight" fmla="*/ 1744920 w 1743120"/>
                <a:gd name="textAreaTop" fmla="*/ 0 h 1743120"/>
                <a:gd name="textAreaBottom" fmla="*/ 1744920 h 1743120"/>
              </a:gdLst>
              <a:ahLst/>
              <a:rect l="textAreaLeft" t="textAreaTop" r="textAreaRight" b="textAreaBottom"/>
              <a:pathLst>
                <a:path w="1744979" h="1744979">
                  <a:moveTo>
                    <a:pt x="872362" y="0"/>
                  </a:moveTo>
                  <a:lnTo>
                    <a:pt x="824506" y="1290"/>
                  </a:lnTo>
                  <a:lnTo>
                    <a:pt x="777323" y="5118"/>
                  </a:lnTo>
                  <a:lnTo>
                    <a:pt x="730881" y="11416"/>
                  </a:lnTo>
                  <a:lnTo>
                    <a:pt x="685245" y="20118"/>
                  </a:lnTo>
                  <a:lnTo>
                    <a:pt x="640482" y="31158"/>
                  </a:lnTo>
                  <a:lnTo>
                    <a:pt x="596660" y="44469"/>
                  </a:lnTo>
                  <a:lnTo>
                    <a:pt x="553844" y="59984"/>
                  </a:lnTo>
                  <a:lnTo>
                    <a:pt x="512101" y="77638"/>
                  </a:lnTo>
                  <a:lnTo>
                    <a:pt x="471498" y="97363"/>
                  </a:lnTo>
                  <a:lnTo>
                    <a:pt x="432101" y="119093"/>
                  </a:lnTo>
                  <a:lnTo>
                    <a:pt x="393976" y="142761"/>
                  </a:lnTo>
                  <a:lnTo>
                    <a:pt x="357192" y="168302"/>
                  </a:lnTo>
                  <a:lnTo>
                    <a:pt x="321813" y="195648"/>
                  </a:lnTo>
                  <a:lnTo>
                    <a:pt x="287907" y="224734"/>
                  </a:lnTo>
                  <a:lnTo>
                    <a:pt x="255539" y="255492"/>
                  </a:lnTo>
                  <a:lnTo>
                    <a:pt x="224778" y="287856"/>
                  </a:lnTo>
                  <a:lnTo>
                    <a:pt x="195689" y="321760"/>
                  </a:lnTo>
                  <a:lnTo>
                    <a:pt x="168339" y="357137"/>
                  </a:lnTo>
                  <a:lnTo>
                    <a:pt x="142794" y="393920"/>
                  </a:lnTo>
                  <a:lnTo>
                    <a:pt x="119121" y="432044"/>
                  </a:lnTo>
                  <a:lnTo>
                    <a:pt x="97387" y="471442"/>
                  </a:lnTo>
                  <a:lnTo>
                    <a:pt x="77657" y="512046"/>
                  </a:lnTo>
                  <a:lnTo>
                    <a:pt x="60000" y="553791"/>
                  </a:lnTo>
                  <a:lnTo>
                    <a:pt x="44481" y="596611"/>
                  </a:lnTo>
                  <a:lnTo>
                    <a:pt x="31167" y="640438"/>
                  </a:lnTo>
                  <a:lnTo>
                    <a:pt x="20124" y="685207"/>
                  </a:lnTo>
                  <a:lnTo>
                    <a:pt x="11419" y="730850"/>
                  </a:lnTo>
                  <a:lnTo>
                    <a:pt x="5119" y="777301"/>
                  </a:lnTo>
                  <a:lnTo>
                    <a:pt x="1291" y="824494"/>
                  </a:lnTo>
                  <a:lnTo>
                    <a:pt x="0" y="872363"/>
                  </a:lnTo>
                  <a:lnTo>
                    <a:pt x="1291" y="920231"/>
                  </a:lnTo>
                  <a:lnTo>
                    <a:pt x="5119" y="967425"/>
                  </a:lnTo>
                  <a:lnTo>
                    <a:pt x="11419" y="1013877"/>
                  </a:lnTo>
                  <a:lnTo>
                    <a:pt x="20124" y="1059521"/>
                  </a:lnTo>
                  <a:lnTo>
                    <a:pt x="31167" y="1104291"/>
                  </a:lnTo>
                  <a:lnTo>
                    <a:pt x="44481" y="1148119"/>
                  </a:lnTo>
                  <a:lnTo>
                    <a:pt x="60000" y="1190941"/>
                  </a:lnTo>
                  <a:lnTo>
                    <a:pt x="77657" y="1232688"/>
                  </a:lnTo>
                  <a:lnTo>
                    <a:pt x="97387" y="1273294"/>
                  </a:lnTo>
                  <a:lnTo>
                    <a:pt x="119121" y="1312694"/>
                  </a:lnTo>
                  <a:lnTo>
                    <a:pt x="142794" y="1350820"/>
                  </a:lnTo>
                  <a:lnTo>
                    <a:pt x="168339" y="1387606"/>
                  </a:lnTo>
                  <a:lnTo>
                    <a:pt x="195689" y="1422986"/>
                  </a:lnTo>
                  <a:lnTo>
                    <a:pt x="224778" y="1456892"/>
                  </a:lnTo>
                  <a:lnTo>
                    <a:pt x="255539" y="1489259"/>
                  </a:lnTo>
                  <a:lnTo>
                    <a:pt x="287907" y="1520019"/>
                  </a:lnTo>
                  <a:lnTo>
                    <a:pt x="321813" y="1549107"/>
                  </a:lnTo>
                  <a:lnTo>
                    <a:pt x="357192" y="1576456"/>
                  </a:lnTo>
                  <a:lnTo>
                    <a:pt x="393976" y="1601999"/>
                  </a:lnTo>
                  <a:lnTo>
                    <a:pt x="432101" y="1625670"/>
                  </a:lnTo>
                  <a:lnTo>
                    <a:pt x="471498" y="1647402"/>
                  </a:lnTo>
                  <a:lnTo>
                    <a:pt x="512101" y="1667129"/>
                  </a:lnTo>
                  <a:lnTo>
                    <a:pt x="553844" y="1684785"/>
                  </a:lnTo>
                  <a:lnTo>
                    <a:pt x="596660" y="1700302"/>
                  </a:lnTo>
                  <a:lnTo>
                    <a:pt x="640482" y="1713614"/>
                  </a:lnTo>
                  <a:lnTo>
                    <a:pt x="685245" y="1724655"/>
                  </a:lnTo>
                  <a:lnTo>
                    <a:pt x="730881" y="1733358"/>
                  </a:lnTo>
                  <a:lnTo>
                    <a:pt x="777323" y="1739657"/>
                  </a:lnTo>
                  <a:lnTo>
                    <a:pt x="824506" y="1743485"/>
                  </a:lnTo>
                  <a:lnTo>
                    <a:pt x="872362" y="1744776"/>
                  </a:lnTo>
                  <a:lnTo>
                    <a:pt x="920231" y="1743485"/>
                  </a:lnTo>
                  <a:lnTo>
                    <a:pt x="967424" y="1739657"/>
                  </a:lnTo>
                  <a:lnTo>
                    <a:pt x="1013875" y="1733358"/>
                  </a:lnTo>
                  <a:lnTo>
                    <a:pt x="1059518" y="1724655"/>
                  </a:lnTo>
                  <a:lnTo>
                    <a:pt x="1104287" y="1713614"/>
                  </a:lnTo>
                  <a:lnTo>
                    <a:pt x="1148114" y="1700302"/>
                  </a:lnTo>
                  <a:lnTo>
                    <a:pt x="1190934" y="1684785"/>
                  </a:lnTo>
                  <a:lnTo>
                    <a:pt x="1232679" y="1667129"/>
                  </a:lnTo>
                  <a:lnTo>
                    <a:pt x="1273283" y="1647402"/>
                  </a:lnTo>
                  <a:lnTo>
                    <a:pt x="1312681" y="1625670"/>
                  </a:lnTo>
                  <a:lnTo>
                    <a:pt x="1350805" y="1601999"/>
                  </a:lnTo>
                  <a:lnTo>
                    <a:pt x="1387588" y="1576456"/>
                  </a:lnTo>
                  <a:lnTo>
                    <a:pt x="1422965" y="1549107"/>
                  </a:lnTo>
                  <a:lnTo>
                    <a:pt x="1456869" y="1520019"/>
                  </a:lnTo>
                  <a:lnTo>
                    <a:pt x="1489233" y="1489259"/>
                  </a:lnTo>
                  <a:lnTo>
                    <a:pt x="1519991" y="1456892"/>
                  </a:lnTo>
                  <a:lnTo>
                    <a:pt x="1549077" y="1422986"/>
                  </a:lnTo>
                  <a:lnTo>
                    <a:pt x="1576423" y="1387606"/>
                  </a:lnTo>
                  <a:lnTo>
                    <a:pt x="1601964" y="1350820"/>
                  </a:lnTo>
                  <a:lnTo>
                    <a:pt x="1625632" y="1312694"/>
                  </a:lnTo>
                  <a:lnTo>
                    <a:pt x="1647362" y="1273294"/>
                  </a:lnTo>
                  <a:lnTo>
                    <a:pt x="1667087" y="1232688"/>
                  </a:lnTo>
                  <a:lnTo>
                    <a:pt x="1684741" y="1190941"/>
                  </a:lnTo>
                  <a:lnTo>
                    <a:pt x="1700256" y="1148119"/>
                  </a:lnTo>
                  <a:lnTo>
                    <a:pt x="1713567" y="1104291"/>
                  </a:lnTo>
                  <a:lnTo>
                    <a:pt x="1724607" y="1059521"/>
                  </a:lnTo>
                  <a:lnTo>
                    <a:pt x="1733309" y="1013877"/>
                  </a:lnTo>
                  <a:lnTo>
                    <a:pt x="1739607" y="967425"/>
                  </a:lnTo>
                  <a:lnTo>
                    <a:pt x="1743435" y="920231"/>
                  </a:lnTo>
                  <a:lnTo>
                    <a:pt x="1744725" y="872363"/>
                  </a:lnTo>
                  <a:lnTo>
                    <a:pt x="1743435" y="824494"/>
                  </a:lnTo>
                  <a:lnTo>
                    <a:pt x="1739607" y="777301"/>
                  </a:lnTo>
                  <a:lnTo>
                    <a:pt x="1733309" y="730850"/>
                  </a:lnTo>
                  <a:lnTo>
                    <a:pt x="1724607" y="685207"/>
                  </a:lnTo>
                  <a:lnTo>
                    <a:pt x="1713567" y="640438"/>
                  </a:lnTo>
                  <a:lnTo>
                    <a:pt x="1700256" y="596611"/>
                  </a:lnTo>
                  <a:lnTo>
                    <a:pt x="1684741" y="553791"/>
                  </a:lnTo>
                  <a:lnTo>
                    <a:pt x="1667087" y="512046"/>
                  </a:lnTo>
                  <a:lnTo>
                    <a:pt x="1647362" y="471442"/>
                  </a:lnTo>
                  <a:lnTo>
                    <a:pt x="1625632" y="432044"/>
                  </a:lnTo>
                  <a:lnTo>
                    <a:pt x="1601964" y="393920"/>
                  </a:lnTo>
                  <a:lnTo>
                    <a:pt x="1576423" y="357137"/>
                  </a:lnTo>
                  <a:lnTo>
                    <a:pt x="1549077" y="321760"/>
                  </a:lnTo>
                  <a:lnTo>
                    <a:pt x="1519991" y="287856"/>
                  </a:lnTo>
                  <a:lnTo>
                    <a:pt x="1489233" y="255492"/>
                  </a:lnTo>
                  <a:lnTo>
                    <a:pt x="1456869" y="224734"/>
                  </a:lnTo>
                  <a:lnTo>
                    <a:pt x="1422965" y="195648"/>
                  </a:lnTo>
                  <a:lnTo>
                    <a:pt x="1387588" y="168302"/>
                  </a:lnTo>
                  <a:lnTo>
                    <a:pt x="1350805" y="142761"/>
                  </a:lnTo>
                  <a:lnTo>
                    <a:pt x="1312681" y="119093"/>
                  </a:lnTo>
                  <a:lnTo>
                    <a:pt x="1273283" y="97363"/>
                  </a:lnTo>
                  <a:lnTo>
                    <a:pt x="1232679" y="77638"/>
                  </a:lnTo>
                  <a:lnTo>
                    <a:pt x="1190934" y="59984"/>
                  </a:lnTo>
                  <a:lnTo>
                    <a:pt x="1148114" y="44469"/>
                  </a:lnTo>
                  <a:lnTo>
                    <a:pt x="1104287" y="31158"/>
                  </a:lnTo>
                  <a:lnTo>
                    <a:pt x="1059518" y="20118"/>
                  </a:lnTo>
                  <a:lnTo>
                    <a:pt x="1013875" y="11416"/>
                  </a:lnTo>
                  <a:lnTo>
                    <a:pt x="967424" y="5118"/>
                  </a:lnTo>
                  <a:lnTo>
                    <a:pt x="920231" y="1290"/>
                  </a:lnTo>
                  <a:lnTo>
                    <a:pt x="872362" y="0"/>
                  </a:lnTo>
                  <a:close/>
                </a:path>
              </a:pathLst>
            </a:custGeom>
            <a:solidFill>
              <a:srgbClr val="92a19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</a:pPr>
              <a:endParaRPr b="0" lang="fr-FR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sp>
          <p:nvSpPr>
            <p:cNvPr id="356" name="object 24"/>
            <p:cNvSpPr/>
            <p:nvPr/>
          </p:nvSpPr>
          <p:spPr>
            <a:xfrm>
              <a:off x="2694240" y="2837160"/>
              <a:ext cx="1743120" cy="1743120"/>
            </a:xfrm>
            <a:custGeom>
              <a:avLst/>
              <a:gdLst>
                <a:gd name="textAreaLeft" fmla="*/ 0 w 1743120"/>
                <a:gd name="textAreaRight" fmla="*/ 1744920 w 1743120"/>
                <a:gd name="textAreaTop" fmla="*/ 0 h 1743120"/>
                <a:gd name="textAreaBottom" fmla="*/ 1744920 h 1743120"/>
              </a:gdLst>
              <a:ahLst/>
              <a:rect l="textAreaLeft" t="textAreaTop" r="textAreaRight" b="textAreaBottom"/>
              <a:pathLst>
                <a:path w="1744979" h="1744979">
                  <a:moveTo>
                    <a:pt x="0" y="872363"/>
                  </a:moveTo>
                  <a:lnTo>
                    <a:pt x="1291" y="824494"/>
                  </a:lnTo>
                  <a:lnTo>
                    <a:pt x="5119" y="777301"/>
                  </a:lnTo>
                  <a:lnTo>
                    <a:pt x="11419" y="730850"/>
                  </a:lnTo>
                  <a:lnTo>
                    <a:pt x="20124" y="685207"/>
                  </a:lnTo>
                  <a:lnTo>
                    <a:pt x="31167" y="640438"/>
                  </a:lnTo>
                  <a:lnTo>
                    <a:pt x="44481" y="596611"/>
                  </a:lnTo>
                  <a:lnTo>
                    <a:pt x="60000" y="553791"/>
                  </a:lnTo>
                  <a:lnTo>
                    <a:pt x="77657" y="512046"/>
                  </a:lnTo>
                  <a:lnTo>
                    <a:pt x="97387" y="471442"/>
                  </a:lnTo>
                  <a:lnTo>
                    <a:pt x="119121" y="432044"/>
                  </a:lnTo>
                  <a:lnTo>
                    <a:pt x="142794" y="393920"/>
                  </a:lnTo>
                  <a:lnTo>
                    <a:pt x="168339" y="357137"/>
                  </a:lnTo>
                  <a:lnTo>
                    <a:pt x="195689" y="321760"/>
                  </a:lnTo>
                  <a:lnTo>
                    <a:pt x="224778" y="287856"/>
                  </a:lnTo>
                  <a:lnTo>
                    <a:pt x="255539" y="255492"/>
                  </a:lnTo>
                  <a:lnTo>
                    <a:pt x="287907" y="224734"/>
                  </a:lnTo>
                  <a:lnTo>
                    <a:pt x="321813" y="195648"/>
                  </a:lnTo>
                  <a:lnTo>
                    <a:pt x="357192" y="168302"/>
                  </a:lnTo>
                  <a:lnTo>
                    <a:pt x="393976" y="142761"/>
                  </a:lnTo>
                  <a:lnTo>
                    <a:pt x="432101" y="119093"/>
                  </a:lnTo>
                  <a:lnTo>
                    <a:pt x="471498" y="97363"/>
                  </a:lnTo>
                  <a:lnTo>
                    <a:pt x="512101" y="77638"/>
                  </a:lnTo>
                  <a:lnTo>
                    <a:pt x="553844" y="59984"/>
                  </a:lnTo>
                  <a:lnTo>
                    <a:pt x="596660" y="44469"/>
                  </a:lnTo>
                  <a:lnTo>
                    <a:pt x="640482" y="31158"/>
                  </a:lnTo>
                  <a:lnTo>
                    <a:pt x="685245" y="20118"/>
                  </a:lnTo>
                  <a:lnTo>
                    <a:pt x="730881" y="11416"/>
                  </a:lnTo>
                  <a:lnTo>
                    <a:pt x="777323" y="5118"/>
                  </a:lnTo>
                  <a:lnTo>
                    <a:pt x="824506" y="1290"/>
                  </a:lnTo>
                  <a:lnTo>
                    <a:pt x="872362" y="0"/>
                  </a:lnTo>
                  <a:lnTo>
                    <a:pt x="920231" y="1290"/>
                  </a:lnTo>
                  <a:lnTo>
                    <a:pt x="967424" y="5118"/>
                  </a:lnTo>
                  <a:lnTo>
                    <a:pt x="1013875" y="11416"/>
                  </a:lnTo>
                  <a:lnTo>
                    <a:pt x="1059518" y="20118"/>
                  </a:lnTo>
                  <a:lnTo>
                    <a:pt x="1104287" y="31158"/>
                  </a:lnTo>
                  <a:lnTo>
                    <a:pt x="1148114" y="44469"/>
                  </a:lnTo>
                  <a:lnTo>
                    <a:pt x="1190934" y="59984"/>
                  </a:lnTo>
                  <a:lnTo>
                    <a:pt x="1232679" y="77638"/>
                  </a:lnTo>
                  <a:lnTo>
                    <a:pt x="1273283" y="97363"/>
                  </a:lnTo>
                  <a:lnTo>
                    <a:pt x="1312681" y="119093"/>
                  </a:lnTo>
                  <a:lnTo>
                    <a:pt x="1350805" y="142761"/>
                  </a:lnTo>
                  <a:lnTo>
                    <a:pt x="1387588" y="168302"/>
                  </a:lnTo>
                  <a:lnTo>
                    <a:pt x="1422965" y="195648"/>
                  </a:lnTo>
                  <a:lnTo>
                    <a:pt x="1456869" y="224734"/>
                  </a:lnTo>
                  <a:lnTo>
                    <a:pt x="1489233" y="255492"/>
                  </a:lnTo>
                  <a:lnTo>
                    <a:pt x="1519991" y="287856"/>
                  </a:lnTo>
                  <a:lnTo>
                    <a:pt x="1549077" y="321760"/>
                  </a:lnTo>
                  <a:lnTo>
                    <a:pt x="1576423" y="357137"/>
                  </a:lnTo>
                  <a:lnTo>
                    <a:pt x="1601964" y="393920"/>
                  </a:lnTo>
                  <a:lnTo>
                    <a:pt x="1625632" y="432044"/>
                  </a:lnTo>
                  <a:lnTo>
                    <a:pt x="1647362" y="471442"/>
                  </a:lnTo>
                  <a:lnTo>
                    <a:pt x="1667087" y="512046"/>
                  </a:lnTo>
                  <a:lnTo>
                    <a:pt x="1684741" y="553791"/>
                  </a:lnTo>
                  <a:lnTo>
                    <a:pt x="1700256" y="596611"/>
                  </a:lnTo>
                  <a:lnTo>
                    <a:pt x="1713567" y="640438"/>
                  </a:lnTo>
                  <a:lnTo>
                    <a:pt x="1724607" y="685207"/>
                  </a:lnTo>
                  <a:lnTo>
                    <a:pt x="1733309" y="730850"/>
                  </a:lnTo>
                  <a:lnTo>
                    <a:pt x="1739607" y="777301"/>
                  </a:lnTo>
                  <a:lnTo>
                    <a:pt x="1743435" y="824494"/>
                  </a:lnTo>
                  <a:lnTo>
                    <a:pt x="1744725" y="872363"/>
                  </a:lnTo>
                  <a:lnTo>
                    <a:pt x="1743435" y="920231"/>
                  </a:lnTo>
                  <a:lnTo>
                    <a:pt x="1739607" y="967425"/>
                  </a:lnTo>
                  <a:lnTo>
                    <a:pt x="1733309" y="1013877"/>
                  </a:lnTo>
                  <a:lnTo>
                    <a:pt x="1724607" y="1059521"/>
                  </a:lnTo>
                  <a:lnTo>
                    <a:pt x="1713567" y="1104291"/>
                  </a:lnTo>
                  <a:lnTo>
                    <a:pt x="1700256" y="1148119"/>
                  </a:lnTo>
                  <a:lnTo>
                    <a:pt x="1684741" y="1190941"/>
                  </a:lnTo>
                  <a:lnTo>
                    <a:pt x="1667087" y="1232688"/>
                  </a:lnTo>
                  <a:lnTo>
                    <a:pt x="1647362" y="1273294"/>
                  </a:lnTo>
                  <a:lnTo>
                    <a:pt x="1625632" y="1312694"/>
                  </a:lnTo>
                  <a:lnTo>
                    <a:pt x="1601964" y="1350820"/>
                  </a:lnTo>
                  <a:lnTo>
                    <a:pt x="1576423" y="1387606"/>
                  </a:lnTo>
                  <a:lnTo>
                    <a:pt x="1549077" y="1422986"/>
                  </a:lnTo>
                  <a:lnTo>
                    <a:pt x="1519991" y="1456892"/>
                  </a:lnTo>
                  <a:lnTo>
                    <a:pt x="1489233" y="1489259"/>
                  </a:lnTo>
                  <a:lnTo>
                    <a:pt x="1456869" y="1520019"/>
                  </a:lnTo>
                  <a:lnTo>
                    <a:pt x="1422965" y="1549107"/>
                  </a:lnTo>
                  <a:lnTo>
                    <a:pt x="1387588" y="1576456"/>
                  </a:lnTo>
                  <a:lnTo>
                    <a:pt x="1350805" y="1601999"/>
                  </a:lnTo>
                  <a:lnTo>
                    <a:pt x="1312681" y="1625670"/>
                  </a:lnTo>
                  <a:lnTo>
                    <a:pt x="1273283" y="1647402"/>
                  </a:lnTo>
                  <a:lnTo>
                    <a:pt x="1232679" y="1667129"/>
                  </a:lnTo>
                  <a:lnTo>
                    <a:pt x="1190934" y="1684785"/>
                  </a:lnTo>
                  <a:lnTo>
                    <a:pt x="1148114" y="1700302"/>
                  </a:lnTo>
                  <a:lnTo>
                    <a:pt x="1104287" y="1713614"/>
                  </a:lnTo>
                  <a:lnTo>
                    <a:pt x="1059518" y="1724655"/>
                  </a:lnTo>
                  <a:lnTo>
                    <a:pt x="1013875" y="1733358"/>
                  </a:lnTo>
                  <a:lnTo>
                    <a:pt x="967424" y="1739657"/>
                  </a:lnTo>
                  <a:lnTo>
                    <a:pt x="920231" y="1743485"/>
                  </a:lnTo>
                  <a:lnTo>
                    <a:pt x="872362" y="1744776"/>
                  </a:lnTo>
                  <a:lnTo>
                    <a:pt x="824506" y="1743485"/>
                  </a:lnTo>
                  <a:lnTo>
                    <a:pt x="777323" y="1739657"/>
                  </a:lnTo>
                  <a:lnTo>
                    <a:pt x="730881" y="1733358"/>
                  </a:lnTo>
                  <a:lnTo>
                    <a:pt x="685245" y="1724655"/>
                  </a:lnTo>
                  <a:lnTo>
                    <a:pt x="640482" y="1713614"/>
                  </a:lnTo>
                  <a:lnTo>
                    <a:pt x="596660" y="1700302"/>
                  </a:lnTo>
                  <a:lnTo>
                    <a:pt x="553844" y="1684785"/>
                  </a:lnTo>
                  <a:lnTo>
                    <a:pt x="512101" y="1667129"/>
                  </a:lnTo>
                  <a:lnTo>
                    <a:pt x="471498" y="1647402"/>
                  </a:lnTo>
                  <a:lnTo>
                    <a:pt x="432101" y="1625670"/>
                  </a:lnTo>
                  <a:lnTo>
                    <a:pt x="393976" y="1601999"/>
                  </a:lnTo>
                  <a:lnTo>
                    <a:pt x="357192" y="1576456"/>
                  </a:lnTo>
                  <a:lnTo>
                    <a:pt x="321813" y="1549107"/>
                  </a:lnTo>
                  <a:lnTo>
                    <a:pt x="287907" y="1520019"/>
                  </a:lnTo>
                  <a:lnTo>
                    <a:pt x="255539" y="1489259"/>
                  </a:lnTo>
                  <a:lnTo>
                    <a:pt x="224778" y="1456892"/>
                  </a:lnTo>
                  <a:lnTo>
                    <a:pt x="195689" y="1422986"/>
                  </a:lnTo>
                  <a:lnTo>
                    <a:pt x="168339" y="1387606"/>
                  </a:lnTo>
                  <a:lnTo>
                    <a:pt x="142794" y="1350820"/>
                  </a:lnTo>
                  <a:lnTo>
                    <a:pt x="119121" y="1312694"/>
                  </a:lnTo>
                  <a:lnTo>
                    <a:pt x="97387" y="1273294"/>
                  </a:lnTo>
                  <a:lnTo>
                    <a:pt x="77657" y="1232688"/>
                  </a:lnTo>
                  <a:lnTo>
                    <a:pt x="60000" y="1190941"/>
                  </a:lnTo>
                  <a:lnTo>
                    <a:pt x="44481" y="1148119"/>
                  </a:lnTo>
                  <a:lnTo>
                    <a:pt x="31167" y="1104291"/>
                  </a:lnTo>
                  <a:lnTo>
                    <a:pt x="20124" y="1059521"/>
                  </a:lnTo>
                  <a:lnTo>
                    <a:pt x="11419" y="1013877"/>
                  </a:lnTo>
                  <a:lnTo>
                    <a:pt x="5119" y="967425"/>
                  </a:lnTo>
                  <a:lnTo>
                    <a:pt x="1291" y="920231"/>
                  </a:lnTo>
                  <a:lnTo>
                    <a:pt x="0" y="872363"/>
                  </a:lnTo>
                  <a:close/>
                </a:path>
              </a:pathLst>
            </a:custGeom>
            <a:noFill/>
            <a:ln w="26424">
              <a:solidFill>
                <a:srgbClr val="92a19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</a:pPr>
              <a:endParaRPr b="0" lang="fr-FR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</p:grpSp>
      <p:sp>
        <p:nvSpPr>
          <p:cNvPr id="357" name="object 25"/>
          <p:cNvSpPr/>
          <p:nvPr/>
        </p:nvSpPr>
        <p:spPr>
          <a:xfrm>
            <a:off x="2979000" y="3420360"/>
            <a:ext cx="1176840" cy="52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50760" bIns="0" anchor="t">
            <a:spAutoFit/>
          </a:bodyPr>
          <a:p>
            <a:pPr marL="12600" indent="278640">
              <a:lnSpc>
                <a:spcPts val="1871"/>
              </a:lnSpc>
              <a:spcBef>
                <a:spcPts val="400"/>
              </a:spcBef>
              <a:tabLst>
                <a:tab algn="l" pos="0"/>
              </a:tabLst>
            </a:pPr>
            <a:r>
              <a:rPr b="0" lang="fr-FR" sz="1800" spc="-12" strike="noStrike">
                <a:solidFill>
                  <a:srgbClr val="ffffff"/>
                </a:solidFill>
                <a:latin typeface="Arial"/>
                <a:ea typeface="DejaVu Sans"/>
              </a:rPr>
              <a:t>Ridge Regression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58" name="object 26" descr=""/>
          <p:cNvPicPr/>
          <p:nvPr/>
        </p:nvPicPr>
        <p:blipFill>
          <a:blip r:embed="rId6"/>
          <a:stretch/>
        </p:blipFill>
        <p:spPr>
          <a:xfrm>
            <a:off x="2211840" y="2269080"/>
            <a:ext cx="197280" cy="196920"/>
          </a:xfrm>
          <a:prstGeom prst="rect">
            <a:avLst/>
          </a:prstGeom>
          <a:ln w="0">
            <a:noFill/>
          </a:ln>
        </p:spPr>
      </p:pic>
      <p:pic>
        <p:nvPicPr>
          <p:cNvPr id="359" name="object 27" descr=""/>
          <p:cNvPicPr/>
          <p:nvPr/>
        </p:nvPicPr>
        <p:blipFill>
          <a:blip r:embed="rId7"/>
          <a:stretch/>
        </p:blipFill>
        <p:spPr>
          <a:xfrm>
            <a:off x="1856520" y="2269080"/>
            <a:ext cx="196920" cy="196920"/>
          </a:xfrm>
          <a:prstGeom prst="rect">
            <a:avLst/>
          </a:prstGeom>
          <a:ln w="0">
            <a:noFill/>
          </a:ln>
        </p:spPr>
      </p:pic>
      <p:pic>
        <p:nvPicPr>
          <p:cNvPr id="360" name="object 28" descr=""/>
          <p:cNvPicPr/>
          <p:nvPr/>
        </p:nvPicPr>
        <p:blipFill>
          <a:blip r:embed="rId8"/>
          <a:stretch/>
        </p:blipFill>
        <p:spPr>
          <a:xfrm>
            <a:off x="1500840" y="2269080"/>
            <a:ext cx="197280" cy="196920"/>
          </a:xfrm>
          <a:prstGeom prst="rect">
            <a:avLst/>
          </a:prstGeom>
          <a:ln w="0">
            <a:noFill/>
          </a:ln>
        </p:spPr>
      </p:pic>
      <p:pic>
        <p:nvPicPr>
          <p:cNvPr id="361" name="object 29" descr=""/>
          <p:cNvPicPr/>
          <p:nvPr/>
        </p:nvPicPr>
        <p:blipFill>
          <a:blip r:embed="rId9"/>
          <a:stretch/>
        </p:blipFill>
        <p:spPr>
          <a:xfrm>
            <a:off x="1145520" y="2269080"/>
            <a:ext cx="196920" cy="196920"/>
          </a:xfrm>
          <a:prstGeom prst="rect">
            <a:avLst/>
          </a:prstGeom>
          <a:ln w="0">
            <a:noFill/>
          </a:ln>
        </p:spPr>
      </p:pic>
      <p:pic>
        <p:nvPicPr>
          <p:cNvPr id="362" name="object 30" descr=""/>
          <p:cNvPicPr/>
          <p:nvPr/>
        </p:nvPicPr>
        <p:blipFill>
          <a:blip r:embed="rId10"/>
          <a:stretch/>
        </p:blipFill>
        <p:spPr>
          <a:xfrm>
            <a:off x="789480" y="2269080"/>
            <a:ext cx="197280" cy="196920"/>
          </a:xfrm>
          <a:prstGeom prst="rect">
            <a:avLst/>
          </a:prstGeom>
          <a:ln w="0">
            <a:noFill/>
          </a:ln>
        </p:spPr>
      </p:pic>
      <p:pic>
        <p:nvPicPr>
          <p:cNvPr id="363" name="object 31" descr=""/>
          <p:cNvPicPr/>
          <p:nvPr/>
        </p:nvPicPr>
        <p:blipFill>
          <a:blip r:embed="rId11"/>
          <a:stretch/>
        </p:blipFill>
        <p:spPr>
          <a:xfrm>
            <a:off x="434160" y="2269080"/>
            <a:ext cx="197280" cy="196920"/>
          </a:xfrm>
          <a:prstGeom prst="rect">
            <a:avLst/>
          </a:prstGeom>
          <a:ln w="0">
            <a:noFill/>
          </a:ln>
        </p:spPr>
      </p:pic>
      <p:grpSp>
        <p:nvGrpSpPr>
          <p:cNvPr id="364" name="object 32"/>
          <p:cNvGrpSpPr/>
          <p:nvPr/>
        </p:nvGrpSpPr>
        <p:grpSpPr>
          <a:xfrm>
            <a:off x="2210040" y="2382480"/>
            <a:ext cx="909360" cy="2815560"/>
            <a:chOff x="2210040" y="2382480"/>
            <a:chExt cx="909360" cy="2815560"/>
          </a:xfrm>
        </p:grpSpPr>
        <p:sp>
          <p:nvSpPr>
            <p:cNvPr id="365" name="object 33"/>
            <p:cNvSpPr/>
            <p:nvPr/>
          </p:nvSpPr>
          <p:spPr>
            <a:xfrm>
              <a:off x="2775600" y="2556720"/>
              <a:ext cx="343800" cy="343080"/>
            </a:xfrm>
            <a:custGeom>
              <a:avLst/>
              <a:gdLst>
                <a:gd name="textAreaLeft" fmla="*/ 0 w 343800"/>
                <a:gd name="textAreaRight" fmla="*/ 345600 w 343800"/>
                <a:gd name="textAreaTop" fmla="*/ 0 h 343080"/>
                <a:gd name="textAreaBottom" fmla="*/ 344880 h 343080"/>
              </a:gdLst>
              <a:ahLst/>
              <a:rect l="textAreaLeft" t="textAreaTop" r="textAreaRight" b="textAreaBottom"/>
              <a:pathLst>
                <a:path w="345439" h="344805">
                  <a:moveTo>
                    <a:pt x="172466" y="0"/>
                  </a:moveTo>
                  <a:lnTo>
                    <a:pt x="126617" y="6151"/>
                  </a:lnTo>
                  <a:lnTo>
                    <a:pt x="85419" y="23513"/>
                  </a:lnTo>
                  <a:lnTo>
                    <a:pt x="50514" y="50450"/>
                  </a:lnTo>
                  <a:lnTo>
                    <a:pt x="23546" y="85325"/>
                  </a:lnTo>
                  <a:lnTo>
                    <a:pt x="6160" y="126500"/>
                  </a:lnTo>
                  <a:lnTo>
                    <a:pt x="0" y="172338"/>
                  </a:lnTo>
                  <a:lnTo>
                    <a:pt x="6160" y="218133"/>
                  </a:lnTo>
                  <a:lnTo>
                    <a:pt x="23546" y="259296"/>
                  </a:lnTo>
                  <a:lnTo>
                    <a:pt x="50514" y="294179"/>
                  </a:lnTo>
                  <a:lnTo>
                    <a:pt x="85419" y="321135"/>
                  </a:lnTo>
                  <a:lnTo>
                    <a:pt x="126617" y="338517"/>
                  </a:lnTo>
                  <a:lnTo>
                    <a:pt x="172466" y="344677"/>
                  </a:lnTo>
                  <a:lnTo>
                    <a:pt x="218314" y="338517"/>
                  </a:lnTo>
                  <a:lnTo>
                    <a:pt x="259512" y="321135"/>
                  </a:lnTo>
                  <a:lnTo>
                    <a:pt x="294417" y="294179"/>
                  </a:lnTo>
                  <a:lnTo>
                    <a:pt x="321385" y="259296"/>
                  </a:lnTo>
                  <a:lnTo>
                    <a:pt x="338771" y="218133"/>
                  </a:lnTo>
                  <a:lnTo>
                    <a:pt x="344931" y="172338"/>
                  </a:lnTo>
                  <a:lnTo>
                    <a:pt x="338771" y="126500"/>
                  </a:lnTo>
                  <a:lnTo>
                    <a:pt x="321385" y="85325"/>
                  </a:lnTo>
                  <a:lnTo>
                    <a:pt x="294417" y="50450"/>
                  </a:lnTo>
                  <a:lnTo>
                    <a:pt x="259512" y="23513"/>
                  </a:lnTo>
                  <a:lnTo>
                    <a:pt x="218314" y="6151"/>
                  </a:lnTo>
                  <a:lnTo>
                    <a:pt x="172466" y="0"/>
                  </a:lnTo>
                  <a:close/>
                </a:path>
              </a:pathLst>
            </a:custGeom>
            <a:solidFill>
              <a:srgbClr val="92a19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</a:pPr>
              <a:endParaRPr b="0" lang="fr-FR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sp>
          <p:nvSpPr>
            <p:cNvPr id="366" name="object 34"/>
            <p:cNvSpPr/>
            <p:nvPr/>
          </p:nvSpPr>
          <p:spPr>
            <a:xfrm>
              <a:off x="2775600" y="2556720"/>
              <a:ext cx="343800" cy="343080"/>
            </a:xfrm>
            <a:custGeom>
              <a:avLst/>
              <a:gdLst>
                <a:gd name="textAreaLeft" fmla="*/ 0 w 343800"/>
                <a:gd name="textAreaRight" fmla="*/ 345600 w 343800"/>
                <a:gd name="textAreaTop" fmla="*/ 0 h 343080"/>
                <a:gd name="textAreaBottom" fmla="*/ 344880 h 343080"/>
              </a:gdLst>
              <a:ahLst/>
              <a:rect l="textAreaLeft" t="textAreaTop" r="textAreaRight" b="textAreaBottom"/>
              <a:pathLst>
                <a:path w="345439" h="344805">
                  <a:moveTo>
                    <a:pt x="0" y="172338"/>
                  </a:moveTo>
                  <a:lnTo>
                    <a:pt x="6160" y="126500"/>
                  </a:lnTo>
                  <a:lnTo>
                    <a:pt x="23546" y="85325"/>
                  </a:lnTo>
                  <a:lnTo>
                    <a:pt x="50514" y="50450"/>
                  </a:lnTo>
                  <a:lnTo>
                    <a:pt x="85419" y="23513"/>
                  </a:lnTo>
                  <a:lnTo>
                    <a:pt x="126617" y="6151"/>
                  </a:lnTo>
                  <a:lnTo>
                    <a:pt x="172466" y="0"/>
                  </a:lnTo>
                  <a:lnTo>
                    <a:pt x="218314" y="6151"/>
                  </a:lnTo>
                  <a:lnTo>
                    <a:pt x="259512" y="23513"/>
                  </a:lnTo>
                  <a:lnTo>
                    <a:pt x="294417" y="50450"/>
                  </a:lnTo>
                  <a:lnTo>
                    <a:pt x="321385" y="85325"/>
                  </a:lnTo>
                  <a:lnTo>
                    <a:pt x="338771" y="126500"/>
                  </a:lnTo>
                  <a:lnTo>
                    <a:pt x="344931" y="172338"/>
                  </a:lnTo>
                  <a:lnTo>
                    <a:pt x="338771" y="218133"/>
                  </a:lnTo>
                  <a:lnTo>
                    <a:pt x="321385" y="259296"/>
                  </a:lnTo>
                  <a:lnTo>
                    <a:pt x="294417" y="294179"/>
                  </a:lnTo>
                  <a:lnTo>
                    <a:pt x="259512" y="321135"/>
                  </a:lnTo>
                  <a:lnTo>
                    <a:pt x="218314" y="338517"/>
                  </a:lnTo>
                  <a:lnTo>
                    <a:pt x="172466" y="344677"/>
                  </a:lnTo>
                  <a:lnTo>
                    <a:pt x="126617" y="338517"/>
                  </a:lnTo>
                  <a:lnTo>
                    <a:pt x="85419" y="321135"/>
                  </a:lnTo>
                  <a:lnTo>
                    <a:pt x="50514" y="294179"/>
                  </a:lnTo>
                  <a:lnTo>
                    <a:pt x="23546" y="259296"/>
                  </a:lnTo>
                  <a:lnTo>
                    <a:pt x="6160" y="218133"/>
                  </a:lnTo>
                  <a:lnTo>
                    <a:pt x="0" y="172338"/>
                  </a:lnTo>
                  <a:close/>
                </a:path>
              </a:pathLst>
            </a:custGeom>
            <a:noFill/>
            <a:ln w="26424">
              <a:solidFill>
                <a:srgbClr val="92a19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</a:pPr>
              <a:endParaRPr b="0" lang="fr-FR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pic>
          <p:nvPicPr>
            <p:cNvPr id="367" name="object 35" descr=""/>
            <p:cNvPicPr/>
            <p:nvPr/>
          </p:nvPicPr>
          <p:blipFill>
            <a:blip r:embed="rId12"/>
            <a:stretch/>
          </p:blipFill>
          <p:spPr>
            <a:xfrm>
              <a:off x="2567520" y="2382480"/>
              <a:ext cx="197280" cy="19692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368" name="object 36"/>
            <p:cNvSpPr/>
            <p:nvPr/>
          </p:nvSpPr>
          <p:spPr>
            <a:xfrm>
              <a:off x="2320560" y="3096720"/>
              <a:ext cx="343800" cy="343080"/>
            </a:xfrm>
            <a:custGeom>
              <a:avLst/>
              <a:gdLst>
                <a:gd name="textAreaLeft" fmla="*/ 0 w 343800"/>
                <a:gd name="textAreaRight" fmla="*/ 345600 w 343800"/>
                <a:gd name="textAreaTop" fmla="*/ 0 h 343080"/>
                <a:gd name="textAreaBottom" fmla="*/ 344880 h 343080"/>
              </a:gdLst>
              <a:ahLst/>
              <a:rect l="textAreaLeft" t="textAreaTop" r="textAreaRight" b="textAreaBottom"/>
              <a:pathLst>
                <a:path w="345439" h="344804">
                  <a:moveTo>
                    <a:pt x="172466" y="0"/>
                  </a:moveTo>
                  <a:lnTo>
                    <a:pt x="126617" y="6151"/>
                  </a:lnTo>
                  <a:lnTo>
                    <a:pt x="85419" y="23513"/>
                  </a:lnTo>
                  <a:lnTo>
                    <a:pt x="50514" y="50450"/>
                  </a:lnTo>
                  <a:lnTo>
                    <a:pt x="23546" y="85325"/>
                  </a:lnTo>
                  <a:lnTo>
                    <a:pt x="6160" y="126500"/>
                  </a:lnTo>
                  <a:lnTo>
                    <a:pt x="0" y="172338"/>
                  </a:lnTo>
                  <a:lnTo>
                    <a:pt x="6160" y="218133"/>
                  </a:lnTo>
                  <a:lnTo>
                    <a:pt x="23546" y="259296"/>
                  </a:lnTo>
                  <a:lnTo>
                    <a:pt x="50514" y="294179"/>
                  </a:lnTo>
                  <a:lnTo>
                    <a:pt x="85419" y="321135"/>
                  </a:lnTo>
                  <a:lnTo>
                    <a:pt x="126617" y="338517"/>
                  </a:lnTo>
                  <a:lnTo>
                    <a:pt x="172466" y="344677"/>
                  </a:lnTo>
                  <a:lnTo>
                    <a:pt x="218323" y="338517"/>
                  </a:lnTo>
                  <a:lnTo>
                    <a:pt x="259545" y="321135"/>
                  </a:lnTo>
                  <a:lnTo>
                    <a:pt x="294481" y="294179"/>
                  </a:lnTo>
                  <a:lnTo>
                    <a:pt x="321479" y="259296"/>
                  </a:lnTo>
                  <a:lnTo>
                    <a:pt x="338888" y="218133"/>
                  </a:lnTo>
                  <a:lnTo>
                    <a:pt x="345059" y="172338"/>
                  </a:lnTo>
                  <a:lnTo>
                    <a:pt x="338888" y="126500"/>
                  </a:lnTo>
                  <a:lnTo>
                    <a:pt x="321479" y="85325"/>
                  </a:lnTo>
                  <a:lnTo>
                    <a:pt x="294481" y="50450"/>
                  </a:lnTo>
                  <a:lnTo>
                    <a:pt x="259545" y="23513"/>
                  </a:lnTo>
                  <a:lnTo>
                    <a:pt x="218323" y="6151"/>
                  </a:lnTo>
                  <a:lnTo>
                    <a:pt x="172466" y="0"/>
                  </a:lnTo>
                  <a:close/>
                </a:path>
              </a:pathLst>
            </a:custGeom>
            <a:solidFill>
              <a:srgbClr val="92a19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</a:pPr>
              <a:endParaRPr b="0" lang="fr-FR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sp>
          <p:nvSpPr>
            <p:cNvPr id="369" name="object 37"/>
            <p:cNvSpPr/>
            <p:nvPr/>
          </p:nvSpPr>
          <p:spPr>
            <a:xfrm>
              <a:off x="2320560" y="3096720"/>
              <a:ext cx="343800" cy="343080"/>
            </a:xfrm>
            <a:custGeom>
              <a:avLst/>
              <a:gdLst>
                <a:gd name="textAreaLeft" fmla="*/ 0 w 343800"/>
                <a:gd name="textAreaRight" fmla="*/ 345600 w 343800"/>
                <a:gd name="textAreaTop" fmla="*/ 0 h 343080"/>
                <a:gd name="textAreaBottom" fmla="*/ 344880 h 343080"/>
              </a:gdLst>
              <a:ahLst/>
              <a:rect l="textAreaLeft" t="textAreaTop" r="textAreaRight" b="textAreaBottom"/>
              <a:pathLst>
                <a:path w="345439" h="344804">
                  <a:moveTo>
                    <a:pt x="0" y="172338"/>
                  </a:moveTo>
                  <a:lnTo>
                    <a:pt x="6160" y="126500"/>
                  </a:lnTo>
                  <a:lnTo>
                    <a:pt x="23546" y="85325"/>
                  </a:lnTo>
                  <a:lnTo>
                    <a:pt x="50514" y="50450"/>
                  </a:lnTo>
                  <a:lnTo>
                    <a:pt x="85419" y="23513"/>
                  </a:lnTo>
                  <a:lnTo>
                    <a:pt x="126617" y="6151"/>
                  </a:lnTo>
                  <a:lnTo>
                    <a:pt x="172466" y="0"/>
                  </a:lnTo>
                  <a:lnTo>
                    <a:pt x="218323" y="6151"/>
                  </a:lnTo>
                  <a:lnTo>
                    <a:pt x="259545" y="23513"/>
                  </a:lnTo>
                  <a:lnTo>
                    <a:pt x="294481" y="50450"/>
                  </a:lnTo>
                  <a:lnTo>
                    <a:pt x="321479" y="85325"/>
                  </a:lnTo>
                  <a:lnTo>
                    <a:pt x="338888" y="126500"/>
                  </a:lnTo>
                  <a:lnTo>
                    <a:pt x="345059" y="172338"/>
                  </a:lnTo>
                  <a:lnTo>
                    <a:pt x="338888" y="218133"/>
                  </a:lnTo>
                  <a:lnTo>
                    <a:pt x="321479" y="259296"/>
                  </a:lnTo>
                  <a:lnTo>
                    <a:pt x="294481" y="294179"/>
                  </a:lnTo>
                  <a:lnTo>
                    <a:pt x="259545" y="321135"/>
                  </a:lnTo>
                  <a:lnTo>
                    <a:pt x="218323" y="338517"/>
                  </a:lnTo>
                  <a:lnTo>
                    <a:pt x="172466" y="344677"/>
                  </a:lnTo>
                  <a:lnTo>
                    <a:pt x="126617" y="338517"/>
                  </a:lnTo>
                  <a:lnTo>
                    <a:pt x="85419" y="321135"/>
                  </a:lnTo>
                  <a:lnTo>
                    <a:pt x="50514" y="294179"/>
                  </a:lnTo>
                  <a:lnTo>
                    <a:pt x="23546" y="259296"/>
                  </a:lnTo>
                  <a:lnTo>
                    <a:pt x="6160" y="218133"/>
                  </a:lnTo>
                  <a:lnTo>
                    <a:pt x="0" y="172338"/>
                  </a:lnTo>
                  <a:close/>
                </a:path>
              </a:pathLst>
            </a:custGeom>
            <a:noFill/>
            <a:ln w="26424">
              <a:solidFill>
                <a:srgbClr val="92a19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</a:pPr>
              <a:endParaRPr b="0" lang="fr-FR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sp>
          <p:nvSpPr>
            <p:cNvPr id="370" name="object 38"/>
            <p:cNvSpPr/>
            <p:nvPr/>
          </p:nvSpPr>
          <p:spPr>
            <a:xfrm>
              <a:off x="2320560" y="3925080"/>
              <a:ext cx="343800" cy="343080"/>
            </a:xfrm>
            <a:custGeom>
              <a:avLst/>
              <a:gdLst>
                <a:gd name="textAreaLeft" fmla="*/ 0 w 343800"/>
                <a:gd name="textAreaRight" fmla="*/ 345600 w 343800"/>
                <a:gd name="textAreaTop" fmla="*/ 0 h 343080"/>
                <a:gd name="textAreaBottom" fmla="*/ 344880 h 343080"/>
              </a:gdLst>
              <a:ahLst/>
              <a:rect l="textAreaLeft" t="textAreaTop" r="textAreaRight" b="textAreaBottom"/>
              <a:pathLst>
                <a:path w="345439" h="344804">
                  <a:moveTo>
                    <a:pt x="172466" y="0"/>
                  </a:moveTo>
                  <a:lnTo>
                    <a:pt x="126617" y="6160"/>
                  </a:lnTo>
                  <a:lnTo>
                    <a:pt x="85419" y="23546"/>
                  </a:lnTo>
                  <a:lnTo>
                    <a:pt x="50514" y="50514"/>
                  </a:lnTo>
                  <a:lnTo>
                    <a:pt x="23546" y="85419"/>
                  </a:lnTo>
                  <a:lnTo>
                    <a:pt x="6160" y="126617"/>
                  </a:lnTo>
                  <a:lnTo>
                    <a:pt x="0" y="172465"/>
                  </a:lnTo>
                  <a:lnTo>
                    <a:pt x="6160" y="218260"/>
                  </a:lnTo>
                  <a:lnTo>
                    <a:pt x="23546" y="259423"/>
                  </a:lnTo>
                  <a:lnTo>
                    <a:pt x="50514" y="294306"/>
                  </a:lnTo>
                  <a:lnTo>
                    <a:pt x="85419" y="321262"/>
                  </a:lnTo>
                  <a:lnTo>
                    <a:pt x="126617" y="338644"/>
                  </a:lnTo>
                  <a:lnTo>
                    <a:pt x="172466" y="344804"/>
                  </a:lnTo>
                  <a:lnTo>
                    <a:pt x="218323" y="338644"/>
                  </a:lnTo>
                  <a:lnTo>
                    <a:pt x="259545" y="321262"/>
                  </a:lnTo>
                  <a:lnTo>
                    <a:pt x="294481" y="294306"/>
                  </a:lnTo>
                  <a:lnTo>
                    <a:pt x="321479" y="259423"/>
                  </a:lnTo>
                  <a:lnTo>
                    <a:pt x="338888" y="218260"/>
                  </a:lnTo>
                  <a:lnTo>
                    <a:pt x="345059" y="172465"/>
                  </a:lnTo>
                  <a:lnTo>
                    <a:pt x="338888" y="126617"/>
                  </a:lnTo>
                  <a:lnTo>
                    <a:pt x="321479" y="85419"/>
                  </a:lnTo>
                  <a:lnTo>
                    <a:pt x="294481" y="50514"/>
                  </a:lnTo>
                  <a:lnTo>
                    <a:pt x="259545" y="23546"/>
                  </a:lnTo>
                  <a:lnTo>
                    <a:pt x="218323" y="6160"/>
                  </a:lnTo>
                  <a:lnTo>
                    <a:pt x="172466" y="0"/>
                  </a:lnTo>
                  <a:close/>
                </a:path>
              </a:pathLst>
            </a:custGeom>
            <a:solidFill>
              <a:srgbClr val="92a19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</a:pPr>
              <a:endParaRPr b="0" lang="fr-FR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sp>
          <p:nvSpPr>
            <p:cNvPr id="371" name="object 39"/>
            <p:cNvSpPr/>
            <p:nvPr/>
          </p:nvSpPr>
          <p:spPr>
            <a:xfrm>
              <a:off x="2320560" y="3925080"/>
              <a:ext cx="343800" cy="343080"/>
            </a:xfrm>
            <a:custGeom>
              <a:avLst/>
              <a:gdLst>
                <a:gd name="textAreaLeft" fmla="*/ 0 w 343800"/>
                <a:gd name="textAreaRight" fmla="*/ 345600 w 343800"/>
                <a:gd name="textAreaTop" fmla="*/ 0 h 343080"/>
                <a:gd name="textAreaBottom" fmla="*/ 344880 h 343080"/>
              </a:gdLst>
              <a:ahLst/>
              <a:rect l="textAreaLeft" t="textAreaTop" r="textAreaRight" b="textAreaBottom"/>
              <a:pathLst>
                <a:path w="345439" h="344804">
                  <a:moveTo>
                    <a:pt x="0" y="172465"/>
                  </a:moveTo>
                  <a:lnTo>
                    <a:pt x="6160" y="126617"/>
                  </a:lnTo>
                  <a:lnTo>
                    <a:pt x="23546" y="85419"/>
                  </a:lnTo>
                  <a:lnTo>
                    <a:pt x="50514" y="50514"/>
                  </a:lnTo>
                  <a:lnTo>
                    <a:pt x="85419" y="23546"/>
                  </a:lnTo>
                  <a:lnTo>
                    <a:pt x="126617" y="6160"/>
                  </a:lnTo>
                  <a:lnTo>
                    <a:pt x="172466" y="0"/>
                  </a:lnTo>
                  <a:lnTo>
                    <a:pt x="218323" y="6160"/>
                  </a:lnTo>
                  <a:lnTo>
                    <a:pt x="259545" y="23546"/>
                  </a:lnTo>
                  <a:lnTo>
                    <a:pt x="294481" y="50514"/>
                  </a:lnTo>
                  <a:lnTo>
                    <a:pt x="321479" y="85419"/>
                  </a:lnTo>
                  <a:lnTo>
                    <a:pt x="338888" y="126617"/>
                  </a:lnTo>
                  <a:lnTo>
                    <a:pt x="345059" y="172465"/>
                  </a:lnTo>
                  <a:lnTo>
                    <a:pt x="338888" y="218260"/>
                  </a:lnTo>
                  <a:lnTo>
                    <a:pt x="321479" y="259423"/>
                  </a:lnTo>
                  <a:lnTo>
                    <a:pt x="294481" y="294306"/>
                  </a:lnTo>
                  <a:lnTo>
                    <a:pt x="259545" y="321262"/>
                  </a:lnTo>
                  <a:lnTo>
                    <a:pt x="218323" y="338644"/>
                  </a:lnTo>
                  <a:lnTo>
                    <a:pt x="172466" y="344804"/>
                  </a:lnTo>
                  <a:lnTo>
                    <a:pt x="126617" y="338644"/>
                  </a:lnTo>
                  <a:lnTo>
                    <a:pt x="85419" y="321262"/>
                  </a:lnTo>
                  <a:lnTo>
                    <a:pt x="50514" y="294306"/>
                  </a:lnTo>
                  <a:lnTo>
                    <a:pt x="23546" y="259423"/>
                  </a:lnTo>
                  <a:lnTo>
                    <a:pt x="6160" y="218260"/>
                  </a:lnTo>
                  <a:lnTo>
                    <a:pt x="0" y="172465"/>
                  </a:lnTo>
                  <a:close/>
                </a:path>
              </a:pathLst>
            </a:custGeom>
            <a:noFill/>
            <a:ln w="26424">
              <a:solidFill>
                <a:srgbClr val="92a19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</a:pPr>
              <a:endParaRPr b="0" lang="fr-FR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sp>
          <p:nvSpPr>
            <p:cNvPr id="372" name="object 40"/>
            <p:cNvSpPr/>
            <p:nvPr/>
          </p:nvSpPr>
          <p:spPr>
            <a:xfrm>
              <a:off x="2775600" y="4520520"/>
              <a:ext cx="343800" cy="343080"/>
            </a:xfrm>
            <a:custGeom>
              <a:avLst/>
              <a:gdLst>
                <a:gd name="textAreaLeft" fmla="*/ 0 w 343800"/>
                <a:gd name="textAreaRight" fmla="*/ 345600 w 343800"/>
                <a:gd name="textAreaTop" fmla="*/ 0 h 343080"/>
                <a:gd name="textAreaBottom" fmla="*/ 344880 h 343080"/>
              </a:gdLst>
              <a:ahLst/>
              <a:rect l="textAreaLeft" t="textAreaTop" r="textAreaRight" b="textAreaBottom"/>
              <a:pathLst>
                <a:path w="345439" h="344804">
                  <a:moveTo>
                    <a:pt x="172466" y="0"/>
                  </a:moveTo>
                  <a:lnTo>
                    <a:pt x="126617" y="6156"/>
                  </a:lnTo>
                  <a:lnTo>
                    <a:pt x="85419" y="23531"/>
                  </a:lnTo>
                  <a:lnTo>
                    <a:pt x="50514" y="50480"/>
                  </a:lnTo>
                  <a:lnTo>
                    <a:pt x="23546" y="85362"/>
                  </a:lnTo>
                  <a:lnTo>
                    <a:pt x="6160" y="126534"/>
                  </a:lnTo>
                  <a:lnTo>
                    <a:pt x="0" y="172351"/>
                  </a:lnTo>
                  <a:lnTo>
                    <a:pt x="6160" y="218164"/>
                  </a:lnTo>
                  <a:lnTo>
                    <a:pt x="23546" y="259331"/>
                  </a:lnTo>
                  <a:lnTo>
                    <a:pt x="50514" y="294211"/>
                  </a:lnTo>
                  <a:lnTo>
                    <a:pt x="85419" y="321159"/>
                  </a:lnTo>
                  <a:lnTo>
                    <a:pt x="126617" y="338534"/>
                  </a:lnTo>
                  <a:lnTo>
                    <a:pt x="172466" y="344690"/>
                  </a:lnTo>
                  <a:lnTo>
                    <a:pt x="218314" y="338534"/>
                  </a:lnTo>
                  <a:lnTo>
                    <a:pt x="259512" y="321159"/>
                  </a:lnTo>
                  <a:lnTo>
                    <a:pt x="294417" y="294211"/>
                  </a:lnTo>
                  <a:lnTo>
                    <a:pt x="321385" y="259331"/>
                  </a:lnTo>
                  <a:lnTo>
                    <a:pt x="338771" y="218164"/>
                  </a:lnTo>
                  <a:lnTo>
                    <a:pt x="344931" y="172351"/>
                  </a:lnTo>
                  <a:lnTo>
                    <a:pt x="338771" y="126534"/>
                  </a:lnTo>
                  <a:lnTo>
                    <a:pt x="321385" y="85362"/>
                  </a:lnTo>
                  <a:lnTo>
                    <a:pt x="294417" y="50480"/>
                  </a:lnTo>
                  <a:lnTo>
                    <a:pt x="259512" y="23531"/>
                  </a:lnTo>
                  <a:lnTo>
                    <a:pt x="218314" y="6156"/>
                  </a:lnTo>
                  <a:lnTo>
                    <a:pt x="172466" y="0"/>
                  </a:lnTo>
                  <a:close/>
                </a:path>
              </a:pathLst>
            </a:custGeom>
            <a:solidFill>
              <a:srgbClr val="92a19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</a:pPr>
              <a:endParaRPr b="0" lang="fr-FR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sp>
          <p:nvSpPr>
            <p:cNvPr id="373" name="object 41"/>
            <p:cNvSpPr/>
            <p:nvPr/>
          </p:nvSpPr>
          <p:spPr>
            <a:xfrm>
              <a:off x="2775600" y="4520520"/>
              <a:ext cx="343800" cy="343080"/>
            </a:xfrm>
            <a:custGeom>
              <a:avLst/>
              <a:gdLst>
                <a:gd name="textAreaLeft" fmla="*/ 0 w 343800"/>
                <a:gd name="textAreaRight" fmla="*/ 345600 w 343800"/>
                <a:gd name="textAreaTop" fmla="*/ 0 h 343080"/>
                <a:gd name="textAreaBottom" fmla="*/ 344880 h 343080"/>
              </a:gdLst>
              <a:ahLst/>
              <a:rect l="textAreaLeft" t="textAreaTop" r="textAreaRight" b="textAreaBottom"/>
              <a:pathLst>
                <a:path w="345439" h="344804">
                  <a:moveTo>
                    <a:pt x="0" y="172351"/>
                  </a:moveTo>
                  <a:lnTo>
                    <a:pt x="6160" y="126534"/>
                  </a:lnTo>
                  <a:lnTo>
                    <a:pt x="23546" y="85362"/>
                  </a:lnTo>
                  <a:lnTo>
                    <a:pt x="50514" y="50480"/>
                  </a:lnTo>
                  <a:lnTo>
                    <a:pt x="85419" y="23531"/>
                  </a:lnTo>
                  <a:lnTo>
                    <a:pt x="126617" y="6156"/>
                  </a:lnTo>
                  <a:lnTo>
                    <a:pt x="172466" y="0"/>
                  </a:lnTo>
                  <a:lnTo>
                    <a:pt x="218314" y="6156"/>
                  </a:lnTo>
                  <a:lnTo>
                    <a:pt x="259512" y="23531"/>
                  </a:lnTo>
                  <a:lnTo>
                    <a:pt x="294417" y="50480"/>
                  </a:lnTo>
                  <a:lnTo>
                    <a:pt x="321385" y="85362"/>
                  </a:lnTo>
                  <a:lnTo>
                    <a:pt x="338771" y="126534"/>
                  </a:lnTo>
                  <a:lnTo>
                    <a:pt x="344931" y="172351"/>
                  </a:lnTo>
                  <a:lnTo>
                    <a:pt x="338771" y="218164"/>
                  </a:lnTo>
                  <a:lnTo>
                    <a:pt x="321385" y="259331"/>
                  </a:lnTo>
                  <a:lnTo>
                    <a:pt x="294417" y="294211"/>
                  </a:lnTo>
                  <a:lnTo>
                    <a:pt x="259512" y="321159"/>
                  </a:lnTo>
                  <a:lnTo>
                    <a:pt x="218314" y="338534"/>
                  </a:lnTo>
                  <a:lnTo>
                    <a:pt x="172466" y="344690"/>
                  </a:lnTo>
                  <a:lnTo>
                    <a:pt x="126617" y="338534"/>
                  </a:lnTo>
                  <a:lnTo>
                    <a:pt x="85419" y="321159"/>
                  </a:lnTo>
                  <a:lnTo>
                    <a:pt x="50514" y="294211"/>
                  </a:lnTo>
                  <a:lnTo>
                    <a:pt x="23546" y="259331"/>
                  </a:lnTo>
                  <a:lnTo>
                    <a:pt x="6160" y="218164"/>
                  </a:lnTo>
                  <a:lnTo>
                    <a:pt x="0" y="172351"/>
                  </a:lnTo>
                  <a:close/>
                </a:path>
              </a:pathLst>
            </a:custGeom>
            <a:noFill/>
            <a:ln w="26424">
              <a:solidFill>
                <a:srgbClr val="92a19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Autofit/>
            </a:bodyPr>
            <a:p>
              <a:pPr>
                <a:lnSpc>
                  <a:spcPct val="100000"/>
                </a:lnSpc>
              </a:pPr>
              <a:endParaRPr b="0" lang="fr-FR" sz="1800" spc="-1" strike="noStrike">
                <a:solidFill>
                  <a:srgbClr val="000000"/>
                </a:solidFill>
                <a:latin typeface="Arial"/>
                <a:ea typeface="DejaVu Sans"/>
              </a:endParaRPr>
            </a:p>
          </p:txBody>
        </p:sp>
        <p:pic>
          <p:nvPicPr>
            <p:cNvPr id="374" name="object 42" descr=""/>
            <p:cNvPicPr/>
            <p:nvPr/>
          </p:nvPicPr>
          <p:blipFill>
            <a:blip r:embed="rId13"/>
            <a:stretch/>
          </p:blipFill>
          <p:spPr>
            <a:xfrm>
              <a:off x="2564640" y="4838040"/>
              <a:ext cx="197280" cy="19728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375" name="object 43" descr=""/>
            <p:cNvPicPr/>
            <p:nvPr/>
          </p:nvPicPr>
          <p:blipFill>
            <a:blip r:embed="rId14"/>
            <a:stretch/>
          </p:blipFill>
          <p:spPr>
            <a:xfrm>
              <a:off x="2210040" y="5000760"/>
              <a:ext cx="196920" cy="19728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376" name="object 44"/>
          <p:cNvSpPr/>
          <p:nvPr/>
        </p:nvSpPr>
        <p:spPr>
          <a:xfrm>
            <a:off x="432360" y="2029680"/>
            <a:ext cx="181764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240" bIns="0" anchor="t">
            <a:spAutoFit/>
          </a:bodyPr>
          <a:p>
            <a:pPr marL="12600">
              <a:lnSpc>
                <a:spcPct val="100000"/>
              </a:lnSpc>
              <a:spcBef>
                <a:spcPts val="96"/>
              </a:spcBef>
            </a:pPr>
            <a:r>
              <a:rPr b="1" lang="fr-FR" sz="1600" spc="-1" strike="noStrike">
                <a:solidFill>
                  <a:srgbClr val="292934"/>
                </a:solidFill>
                <a:latin typeface="Arial"/>
                <a:ea typeface="DejaVu Sans"/>
              </a:rPr>
              <a:t>Modèle</a:t>
            </a:r>
            <a:r>
              <a:rPr b="1" lang="fr-FR" sz="1600" spc="-5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1" lang="fr-FR" sz="1600" spc="-1" strike="noStrike">
                <a:solidFill>
                  <a:srgbClr val="292934"/>
                </a:solidFill>
                <a:latin typeface="Arial"/>
                <a:ea typeface="DejaVu Sans"/>
              </a:rPr>
              <a:t>Elastic</a:t>
            </a:r>
            <a:r>
              <a:rPr b="1" lang="fr-FR" sz="1600" spc="-52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1" lang="fr-FR" sz="1600" spc="-26" strike="noStrike">
                <a:solidFill>
                  <a:srgbClr val="292934"/>
                </a:solidFill>
                <a:latin typeface="Arial"/>
                <a:ea typeface="DejaVu Sans"/>
              </a:rPr>
              <a:t>Net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77" name="object 45" descr=""/>
          <p:cNvPicPr/>
          <p:nvPr/>
        </p:nvPicPr>
        <p:blipFill>
          <a:blip r:embed="rId15"/>
          <a:stretch/>
        </p:blipFill>
        <p:spPr>
          <a:xfrm>
            <a:off x="2021760" y="3154320"/>
            <a:ext cx="196920" cy="196920"/>
          </a:xfrm>
          <a:prstGeom prst="rect">
            <a:avLst/>
          </a:prstGeom>
          <a:ln w="0">
            <a:noFill/>
          </a:ln>
        </p:spPr>
      </p:pic>
      <p:pic>
        <p:nvPicPr>
          <p:cNvPr id="378" name="object 46" descr=""/>
          <p:cNvPicPr/>
          <p:nvPr/>
        </p:nvPicPr>
        <p:blipFill>
          <a:blip r:embed="rId16"/>
          <a:stretch/>
        </p:blipFill>
        <p:spPr>
          <a:xfrm>
            <a:off x="1693440" y="3154320"/>
            <a:ext cx="197280" cy="196920"/>
          </a:xfrm>
          <a:prstGeom prst="rect">
            <a:avLst/>
          </a:prstGeom>
          <a:ln w="0">
            <a:noFill/>
          </a:ln>
        </p:spPr>
      </p:pic>
      <p:pic>
        <p:nvPicPr>
          <p:cNvPr id="379" name="object 47" descr=""/>
          <p:cNvPicPr/>
          <p:nvPr/>
        </p:nvPicPr>
        <p:blipFill>
          <a:blip r:embed="rId17"/>
          <a:stretch/>
        </p:blipFill>
        <p:spPr>
          <a:xfrm>
            <a:off x="1366200" y="3154320"/>
            <a:ext cx="196920" cy="196920"/>
          </a:xfrm>
          <a:prstGeom prst="rect">
            <a:avLst/>
          </a:prstGeom>
          <a:ln w="0">
            <a:noFill/>
          </a:ln>
        </p:spPr>
      </p:pic>
      <p:pic>
        <p:nvPicPr>
          <p:cNvPr id="380" name="object 48" descr=""/>
          <p:cNvPicPr/>
          <p:nvPr/>
        </p:nvPicPr>
        <p:blipFill>
          <a:blip r:embed="rId18"/>
          <a:stretch/>
        </p:blipFill>
        <p:spPr>
          <a:xfrm>
            <a:off x="1038960" y="3154320"/>
            <a:ext cx="197280" cy="196920"/>
          </a:xfrm>
          <a:prstGeom prst="rect">
            <a:avLst/>
          </a:prstGeom>
          <a:ln w="0">
            <a:noFill/>
          </a:ln>
        </p:spPr>
      </p:pic>
      <p:pic>
        <p:nvPicPr>
          <p:cNvPr id="381" name="object 49" descr=""/>
          <p:cNvPicPr/>
          <p:nvPr/>
        </p:nvPicPr>
        <p:blipFill>
          <a:blip r:embed="rId19"/>
          <a:stretch/>
        </p:blipFill>
        <p:spPr>
          <a:xfrm>
            <a:off x="711000" y="3154320"/>
            <a:ext cx="197280" cy="196920"/>
          </a:xfrm>
          <a:prstGeom prst="rect">
            <a:avLst/>
          </a:prstGeom>
          <a:ln w="0">
            <a:noFill/>
          </a:ln>
        </p:spPr>
      </p:pic>
      <p:pic>
        <p:nvPicPr>
          <p:cNvPr id="382" name="object 50" descr=""/>
          <p:cNvPicPr/>
          <p:nvPr/>
        </p:nvPicPr>
        <p:blipFill>
          <a:blip r:embed="rId20"/>
          <a:stretch/>
        </p:blipFill>
        <p:spPr>
          <a:xfrm>
            <a:off x="383400" y="3154320"/>
            <a:ext cx="197280" cy="196920"/>
          </a:xfrm>
          <a:prstGeom prst="rect">
            <a:avLst/>
          </a:prstGeom>
          <a:ln w="0">
            <a:noFill/>
          </a:ln>
        </p:spPr>
      </p:pic>
      <p:sp>
        <p:nvSpPr>
          <p:cNvPr id="383" name="object 51"/>
          <p:cNvSpPr/>
          <p:nvPr/>
        </p:nvSpPr>
        <p:spPr>
          <a:xfrm>
            <a:off x="383040" y="2916360"/>
            <a:ext cx="119700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240" bIns="0" anchor="t">
            <a:spAutoFit/>
          </a:bodyPr>
          <a:p>
            <a:pPr marL="12600">
              <a:lnSpc>
                <a:spcPct val="100000"/>
              </a:lnSpc>
              <a:spcBef>
                <a:spcPts val="96"/>
              </a:spcBef>
            </a:pPr>
            <a:r>
              <a:rPr b="1" lang="fr-FR" sz="1600" spc="-1" strike="noStrike">
                <a:solidFill>
                  <a:srgbClr val="292934"/>
                </a:solidFill>
                <a:latin typeface="Arial"/>
                <a:ea typeface="DejaVu Sans"/>
              </a:rPr>
              <a:t>Modèle</a:t>
            </a:r>
            <a:r>
              <a:rPr b="1" lang="fr-FR" sz="1600" spc="-5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1" lang="fr-FR" sz="1600" spc="-26" strike="noStrike">
                <a:solidFill>
                  <a:srgbClr val="292934"/>
                </a:solidFill>
                <a:latin typeface="Arial"/>
                <a:ea typeface="DejaVu Sans"/>
              </a:rPr>
              <a:t>SVR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84" name="object 52" descr=""/>
          <p:cNvPicPr/>
          <p:nvPr/>
        </p:nvPicPr>
        <p:blipFill>
          <a:blip r:embed="rId21"/>
          <a:stretch/>
        </p:blipFill>
        <p:spPr>
          <a:xfrm>
            <a:off x="2021760" y="4116960"/>
            <a:ext cx="196920" cy="196920"/>
          </a:xfrm>
          <a:prstGeom prst="rect">
            <a:avLst/>
          </a:prstGeom>
          <a:ln w="0">
            <a:noFill/>
          </a:ln>
        </p:spPr>
      </p:pic>
      <p:pic>
        <p:nvPicPr>
          <p:cNvPr id="385" name="object 53" descr=""/>
          <p:cNvPicPr/>
          <p:nvPr/>
        </p:nvPicPr>
        <p:blipFill>
          <a:blip r:embed="rId22"/>
          <a:stretch/>
        </p:blipFill>
        <p:spPr>
          <a:xfrm>
            <a:off x="1693440" y="4116960"/>
            <a:ext cx="197280" cy="196920"/>
          </a:xfrm>
          <a:prstGeom prst="rect">
            <a:avLst/>
          </a:prstGeom>
          <a:ln w="0">
            <a:noFill/>
          </a:ln>
        </p:spPr>
      </p:pic>
      <p:pic>
        <p:nvPicPr>
          <p:cNvPr id="386" name="object 54" descr=""/>
          <p:cNvPicPr/>
          <p:nvPr/>
        </p:nvPicPr>
        <p:blipFill>
          <a:blip r:embed="rId23"/>
          <a:stretch/>
        </p:blipFill>
        <p:spPr>
          <a:xfrm>
            <a:off x="1366200" y="4116960"/>
            <a:ext cx="196920" cy="196920"/>
          </a:xfrm>
          <a:prstGeom prst="rect">
            <a:avLst/>
          </a:prstGeom>
          <a:ln w="0">
            <a:noFill/>
          </a:ln>
        </p:spPr>
      </p:pic>
      <p:pic>
        <p:nvPicPr>
          <p:cNvPr id="387" name="object 55" descr=""/>
          <p:cNvPicPr/>
          <p:nvPr/>
        </p:nvPicPr>
        <p:blipFill>
          <a:blip r:embed="rId24"/>
          <a:stretch/>
        </p:blipFill>
        <p:spPr>
          <a:xfrm>
            <a:off x="1038960" y="4116960"/>
            <a:ext cx="197280" cy="196920"/>
          </a:xfrm>
          <a:prstGeom prst="rect">
            <a:avLst/>
          </a:prstGeom>
          <a:ln w="0">
            <a:noFill/>
          </a:ln>
        </p:spPr>
      </p:pic>
      <p:pic>
        <p:nvPicPr>
          <p:cNvPr id="388" name="object 56" descr=""/>
          <p:cNvPicPr/>
          <p:nvPr/>
        </p:nvPicPr>
        <p:blipFill>
          <a:blip r:embed="rId25"/>
          <a:stretch/>
        </p:blipFill>
        <p:spPr>
          <a:xfrm>
            <a:off x="711000" y="4116960"/>
            <a:ext cx="197280" cy="196920"/>
          </a:xfrm>
          <a:prstGeom prst="rect">
            <a:avLst/>
          </a:prstGeom>
          <a:ln w="0">
            <a:noFill/>
          </a:ln>
        </p:spPr>
      </p:pic>
      <p:pic>
        <p:nvPicPr>
          <p:cNvPr id="389" name="object 57" descr=""/>
          <p:cNvPicPr/>
          <p:nvPr/>
        </p:nvPicPr>
        <p:blipFill>
          <a:blip r:embed="rId26"/>
          <a:stretch/>
        </p:blipFill>
        <p:spPr>
          <a:xfrm>
            <a:off x="383400" y="4116960"/>
            <a:ext cx="197280" cy="196920"/>
          </a:xfrm>
          <a:prstGeom prst="rect">
            <a:avLst/>
          </a:prstGeom>
          <a:ln w="0">
            <a:noFill/>
          </a:ln>
        </p:spPr>
      </p:pic>
      <p:sp>
        <p:nvSpPr>
          <p:cNvPr id="390" name="object 58"/>
          <p:cNvSpPr/>
          <p:nvPr/>
        </p:nvSpPr>
        <p:spPr>
          <a:xfrm>
            <a:off x="383040" y="3666960"/>
            <a:ext cx="1704600" cy="46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46440" bIns="0" anchor="t">
            <a:spAutoFit/>
          </a:bodyPr>
          <a:p>
            <a:pPr marL="12600">
              <a:lnSpc>
                <a:spcPts val="1661"/>
              </a:lnSpc>
              <a:spcBef>
                <a:spcPts val="366"/>
              </a:spcBef>
            </a:pPr>
            <a:r>
              <a:rPr b="1" lang="fr-FR" sz="1600" spc="-1" strike="noStrike">
                <a:solidFill>
                  <a:srgbClr val="292934"/>
                </a:solidFill>
                <a:latin typeface="Arial"/>
                <a:ea typeface="DejaVu Sans"/>
              </a:rPr>
              <a:t>Modèle</a:t>
            </a:r>
            <a:r>
              <a:rPr b="1" lang="fr-FR" sz="1600" spc="-5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1" lang="fr-FR" sz="1600" spc="-12" strike="noStrike">
                <a:solidFill>
                  <a:srgbClr val="292934"/>
                </a:solidFill>
                <a:latin typeface="Arial"/>
                <a:ea typeface="DejaVu Sans"/>
              </a:rPr>
              <a:t>Random </a:t>
            </a:r>
            <a:r>
              <a:rPr b="1" lang="fr-FR" sz="1600" spc="-1" strike="noStrike">
                <a:solidFill>
                  <a:srgbClr val="292934"/>
                </a:solidFill>
                <a:latin typeface="Arial"/>
                <a:ea typeface="DejaVu Sans"/>
              </a:rPr>
              <a:t>Forest</a:t>
            </a:r>
            <a:r>
              <a:rPr b="1" lang="fr-FR" sz="1600" spc="-41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1" lang="fr-FR" sz="1600" spc="-12" strike="noStrike">
                <a:solidFill>
                  <a:srgbClr val="292934"/>
                </a:solidFill>
                <a:latin typeface="Arial"/>
                <a:ea typeface="DejaVu Sans"/>
              </a:rPr>
              <a:t>Regressor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91" name="object 59" descr=""/>
          <p:cNvPicPr/>
          <p:nvPr/>
        </p:nvPicPr>
        <p:blipFill>
          <a:blip r:embed="rId27"/>
          <a:stretch/>
        </p:blipFill>
        <p:spPr>
          <a:xfrm>
            <a:off x="1854360" y="5000760"/>
            <a:ext cx="197280" cy="197280"/>
          </a:xfrm>
          <a:prstGeom prst="rect">
            <a:avLst/>
          </a:prstGeom>
          <a:ln w="0">
            <a:noFill/>
          </a:ln>
        </p:spPr>
      </p:pic>
      <p:pic>
        <p:nvPicPr>
          <p:cNvPr id="392" name="object 60" descr=""/>
          <p:cNvPicPr/>
          <p:nvPr/>
        </p:nvPicPr>
        <p:blipFill>
          <a:blip r:embed="rId28"/>
          <a:stretch/>
        </p:blipFill>
        <p:spPr>
          <a:xfrm>
            <a:off x="1499760" y="5000760"/>
            <a:ext cx="196920" cy="197280"/>
          </a:xfrm>
          <a:prstGeom prst="rect">
            <a:avLst/>
          </a:prstGeom>
          <a:ln w="0">
            <a:noFill/>
          </a:ln>
        </p:spPr>
      </p:pic>
      <p:pic>
        <p:nvPicPr>
          <p:cNvPr id="393" name="object 61" descr=""/>
          <p:cNvPicPr/>
          <p:nvPr/>
        </p:nvPicPr>
        <p:blipFill>
          <a:blip r:embed="rId29"/>
          <a:stretch/>
        </p:blipFill>
        <p:spPr>
          <a:xfrm>
            <a:off x="1144800" y="5000760"/>
            <a:ext cx="197280" cy="197280"/>
          </a:xfrm>
          <a:prstGeom prst="rect">
            <a:avLst/>
          </a:prstGeom>
          <a:ln w="0">
            <a:noFill/>
          </a:ln>
        </p:spPr>
      </p:pic>
      <p:pic>
        <p:nvPicPr>
          <p:cNvPr id="394" name="object 62" descr=""/>
          <p:cNvPicPr/>
          <p:nvPr/>
        </p:nvPicPr>
        <p:blipFill>
          <a:blip r:embed="rId30"/>
          <a:stretch/>
        </p:blipFill>
        <p:spPr>
          <a:xfrm>
            <a:off x="789480" y="5000760"/>
            <a:ext cx="197280" cy="197280"/>
          </a:xfrm>
          <a:prstGeom prst="rect">
            <a:avLst/>
          </a:prstGeom>
          <a:ln w="0">
            <a:noFill/>
          </a:ln>
        </p:spPr>
      </p:pic>
      <p:pic>
        <p:nvPicPr>
          <p:cNvPr id="395" name="object 63" descr=""/>
          <p:cNvPicPr/>
          <p:nvPr/>
        </p:nvPicPr>
        <p:blipFill>
          <a:blip r:embed="rId31"/>
          <a:stretch/>
        </p:blipFill>
        <p:spPr>
          <a:xfrm>
            <a:off x="434880" y="5000760"/>
            <a:ext cx="197280" cy="197280"/>
          </a:xfrm>
          <a:prstGeom prst="rect">
            <a:avLst/>
          </a:prstGeom>
          <a:ln w="0">
            <a:noFill/>
          </a:ln>
        </p:spPr>
      </p:pic>
      <p:sp>
        <p:nvSpPr>
          <p:cNvPr id="396" name="object 64"/>
          <p:cNvSpPr/>
          <p:nvPr/>
        </p:nvSpPr>
        <p:spPr>
          <a:xfrm>
            <a:off x="432360" y="4755960"/>
            <a:ext cx="179136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240" bIns="0" anchor="t">
            <a:spAutoFit/>
          </a:bodyPr>
          <a:p>
            <a:pPr marL="12600">
              <a:lnSpc>
                <a:spcPct val="100000"/>
              </a:lnSpc>
              <a:spcBef>
                <a:spcPts val="96"/>
              </a:spcBef>
            </a:pPr>
            <a:r>
              <a:rPr b="1" lang="fr-FR" sz="1600" spc="-1" strike="noStrike">
                <a:solidFill>
                  <a:srgbClr val="292934"/>
                </a:solidFill>
                <a:latin typeface="Arial"/>
                <a:ea typeface="DejaVu Sans"/>
              </a:rPr>
              <a:t>Modèle</a:t>
            </a:r>
            <a:r>
              <a:rPr b="1" lang="fr-FR" sz="1600" spc="-55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r>
              <a:rPr b="1" lang="fr-FR" sz="1600" spc="-12" strike="noStrike">
                <a:solidFill>
                  <a:srgbClr val="292934"/>
                </a:solidFill>
                <a:latin typeface="Arial"/>
                <a:ea typeface="DejaVu Sans"/>
              </a:rPr>
              <a:t>XGBOOST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" name="object 65"/>
          <p:cNvSpPr/>
          <p:nvPr/>
        </p:nvSpPr>
        <p:spPr>
          <a:xfrm>
            <a:off x="7020360" y="3073680"/>
            <a:ext cx="1438560" cy="894960"/>
          </a:xfrm>
          <a:prstGeom prst="rect">
            <a:avLst/>
          </a:prstGeom>
          <a:solidFill>
            <a:srgbClr val="92a199"/>
          </a:solidFill>
          <a:ln w="26424">
            <a:solidFill>
              <a:srgbClr val="6b76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rIns="0" tIns="3960" bIns="0" anchor="t">
            <a:spAutoFit/>
          </a:bodyPr>
          <a:p>
            <a:pPr>
              <a:lnSpc>
                <a:spcPct val="100000"/>
              </a:lnSpc>
              <a:spcBef>
                <a:spcPts val="31"/>
              </a:spcBef>
            </a:pPr>
            <a:endParaRPr b="0" lang="fr-FR" sz="2250" spc="-1" strike="noStrike">
              <a:solidFill>
                <a:srgbClr val="000000"/>
              </a:solidFill>
              <a:latin typeface="Arial"/>
            </a:endParaRPr>
          </a:p>
          <a:p>
            <a:pPr marL="448200" indent="-235080">
              <a:lnSpc>
                <a:spcPct val="100000"/>
              </a:lnSpc>
              <a:tabLst>
                <a:tab algn="l" pos="0"/>
              </a:tabLst>
            </a:pPr>
            <a:r>
              <a:rPr b="0" lang="fr-FR" sz="1800" spc="-12" strike="noStrike">
                <a:solidFill>
                  <a:srgbClr val="ffffff"/>
                </a:solidFill>
                <a:latin typeface="Arial"/>
                <a:ea typeface="DejaVu Sans"/>
              </a:rPr>
              <a:t>Prédiction finale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object 66"/>
          <p:cNvSpPr/>
          <p:nvPr/>
        </p:nvSpPr>
        <p:spPr>
          <a:xfrm>
            <a:off x="6668280" y="4397760"/>
            <a:ext cx="2111400" cy="28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260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</a:pPr>
            <a:r>
              <a:rPr b="1" lang="fr-FR" sz="1800" spc="-1" strike="noStrike">
                <a:solidFill>
                  <a:srgbClr val="292934"/>
                </a:solidFill>
                <a:latin typeface="Arial"/>
                <a:ea typeface="DejaVu Sans"/>
              </a:rPr>
              <a:t>RMSE_test=</a:t>
            </a:r>
            <a:r>
              <a:rPr b="1" lang="fr-FR" sz="1800" spc="-120" strike="noStrike">
                <a:solidFill>
                  <a:srgbClr val="292934"/>
                </a:solidFill>
                <a:latin typeface="Arial"/>
                <a:ea typeface="DejaVu Sans"/>
              </a:rPr>
              <a:t> 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99" name="object 67" descr=""/>
          <p:cNvPicPr/>
          <p:nvPr/>
        </p:nvPicPr>
        <p:blipFill>
          <a:blip r:embed="rId32"/>
          <a:stretch/>
        </p:blipFill>
        <p:spPr>
          <a:xfrm>
            <a:off x="6408000" y="1105920"/>
            <a:ext cx="2662560" cy="18590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PlaceHolder 1"/>
          <p:cNvSpPr>
            <a:spLocks noGrp="1"/>
          </p:cNvSpPr>
          <p:nvPr>
            <p:ph type="title"/>
          </p:nvPr>
        </p:nvSpPr>
        <p:spPr>
          <a:xfrm>
            <a:off x="2057760" y="2264400"/>
            <a:ext cx="5116320" cy="2205000"/>
          </a:xfrm>
          <a:prstGeom prst="rect">
            <a:avLst/>
          </a:prstGeom>
          <a:noFill/>
          <a:ln w="0">
            <a:noFill/>
          </a:ln>
        </p:spPr>
        <p:txBody>
          <a:bodyPr lIns="0" rIns="0" tIns="12600" bIns="0" anchor="t">
            <a:noAutofit/>
          </a:bodyPr>
          <a:p>
            <a:pPr marL="901080" indent="0">
              <a:lnSpc>
                <a:spcPct val="100000"/>
              </a:lnSpc>
              <a:spcBef>
                <a:spcPts val="99"/>
              </a:spcBef>
              <a:buNone/>
              <a:tabLst>
                <a:tab algn="l" pos="0"/>
              </a:tabLst>
            </a:pPr>
            <a:r>
              <a:rPr b="0" lang="fr-FR" sz="4800" spc="-72" strike="noStrike">
                <a:solidFill>
                  <a:srgbClr val="f3f1dc"/>
                </a:solidFill>
                <a:latin typeface="Arial"/>
              </a:rPr>
              <a:t>MERCI</a:t>
            </a:r>
            <a:r>
              <a:rPr b="0" lang="fr-FR" sz="4800" spc="-276" strike="noStrike">
                <a:solidFill>
                  <a:srgbClr val="f3f1dc"/>
                </a:solidFill>
                <a:latin typeface="Arial"/>
              </a:rPr>
              <a:t> </a:t>
            </a:r>
            <a:r>
              <a:rPr b="0" lang="fr-FR" sz="4800" spc="-1" strike="noStrike">
                <a:solidFill>
                  <a:srgbClr val="f3f1dc"/>
                </a:solidFill>
                <a:latin typeface="Arial"/>
              </a:rPr>
              <a:t>DE</a:t>
            </a:r>
            <a:r>
              <a:rPr b="0" lang="fr-FR" sz="4800" spc="-287" strike="noStrike">
                <a:solidFill>
                  <a:srgbClr val="f3f1dc"/>
                </a:solidFill>
                <a:latin typeface="Arial"/>
              </a:rPr>
              <a:t> </a:t>
            </a:r>
            <a:r>
              <a:rPr b="0" lang="fr-FR" sz="4800" spc="-80" strike="noStrike">
                <a:solidFill>
                  <a:srgbClr val="f3f1dc"/>
                </a:solidFill>
                <a:latin typeface="Arial"/>
              </a:rPr>
              <a:t>VOTRE </a:t>
            </a:r>
            <a:r>
              <a:rPr b="0" lang="fr-FR" sz="4800" spc="-32" strike="noStrike">
                <a:solidFill>
                  <a:srgbClr val="f3f1dc"/>
                </a:solidFill>
                <a:latin typeface="Arial"/>
              </a:rPr>
              <a:t>ATTENTION</a:t>
            </a:r>
            <a:endParaRPr b="0" lang="fr-FR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1" name="object 3"/>
          <p:cNvSpPr/>
          <p:nvPr/>
        </p:nvSpPr>
        <p:spPr>
          <a:xfrm>
            <a:off x="7700040" y="27000"/>
            <a:ext cx="221760" cy="22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3320" bIns="0" anchor="t">
            <a:spAutoFit/>
          </a:bodyPr>
          <a:p>
            <a:pPr marL="12600">
              <a:lnSpc>
                <a:spcPct val="100000"/>
              </a:lnSpc>
              <a:spcBef>
                <a:spcPts val="105"/>
              </a:spcBef>
            </a:pPr>
            <a:r>
              <a:rPr b="1" lang="fr-FR" sz="1400" spc="-26" strike="noStrike">
                <a:solidFill>
                  <a:srgbClr val="ffffff"/>
                </a:solidFill>
                <a:latin typeface="Arial"/>
                <a:ea typeface="DejaVu Sans"/>
              </a:rPr>
              <a:t>21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6730</TotalTime>
  <Application>LibreOffice/7.5.1.2$Windows_X86_64 LibreOffice_project/fcbaee479e84c6cd81291587d2ee68cba099e129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2023-05-08T09:14:09Z</dcterms:created>
  <dc:creator>Vincent Koussouros</dc:creator>
  <dc:description/>
  <dc:language>fr-FR</dc:language>
  <cp:lastModifiedBy/>
  <dcterms:modified xsi:type="dcterms:W3CDTF">2023-06-09T12:21:30Z</dcterms:modified>
  <cp:revision>10</cp:revision>
  <dc:subject/>
  <dc:title>Projet 4 – Anticipez les besoins en consommation électrique de bâtiments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2019-12-27T00:00:00Z</vt:filetime>
  </property>
  <property fmtid="{D5CDD505-2E9C-101B-9397-08002B2CF9AE}" pid="3" name="Creator">
    <vt:lpwstr>Microsoft® PowerPoint® 2010</vt:lpwstr>
  </property>
  <property fmtid="{D5CDD505-2E9C-101B-9397-08002B2CF9AE}" pid="4" name="LastSaved">
    <vt:filetime>2023-05-08T00:00:00Z</vt:filetime>
  </property>
  <property fmtid="{D5CDD505-2E9C-101B-9397-08002B2CF9AE}" pid="5" name="PresentationFormat">
    <vt:lpwstr>On-screen Show (4:3)</vt:lpwstr>
  </property>
  <property fmtid="{D5CDD505-2E9C-101B-9397-08002B2CF9AE}" pid="6" name="Producer">
    <vt:lpwstr>Microsoft® PowerPoint® 2010</vt:lpwstr>
  </property>
</Properties>
</file>